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22"/>
  </p:notesMasterIdLst>
  <p:sldIdLst>
    <p:sldId id="443" r:id="rId5"/>
    <p:sldId id="490" r:id="rId6"/>
    <p:sldId id="529" r:id="rId7"/>
    <p:sldId id="491" r:id="rId8"/>
    <p:sldId id="489" r:id="rId9"/>
    <p:sldId id="533" r:id="rId10"/>
    <p:sldId id="534" r:id="rId11"/>
    <p:sldId id="492" r:id="rId12"/>
    <p:sldId id="535" r:id="rId13"/>
    <p:sldId id="537" r:id="rId14"/>
    <p:sldId id="536" r:id="rId15"/>
    <p:sldId id="538" r:id="rId16"/>
    <p:sldId id="539" r:id="rId17"/>
    <p:sldId id="540" r:id="rId18"/>
    <p:sldId id="541" r:id="rId19"/>
    <p:sldId id="542" r:id="rId20"/>
    <p:sldId id="363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F766-B0E1-4375-8B2F-70FE15FA0FA0}">
          <p14:sldIdLst>
            <p14:sldId id="443"/>
            <p14:sldId id="490"/>
            <p14:sldId id="529"/>
            <p14:sldId id="491"/>
            <p14:sldId id="489"/>
            <p14:sldId id="533"/>
            <p14:sldId id="534"/>
            <p14:sldId id="492"/>
            <p14:sldId id="535"/>
            <p14:sldId id="537"/>
            <p14:sldId id="536"/>
            <p14:sldId id="538"/>
            <p14:sldId id="539"/>
            <p14:sldId id="540"/>
            <p14:sldId id="541"/>
            <p14:sldId id="542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FF00"/>
    <a:srgbClr val="0033CC"/>
    <a:srgbClr val="00FFFF"/>
    <a:srgbClr val="2090B8"/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27" autoAdjust="0"/>
  </p:normalViewPr>
  <p:slideViewPr>
    <p:cSldViewPr showGuides="1">
      <p:cViewPr varScale="1">
        <p:scale>
          <a:sx n="104" d="100"/>
          <a:sy n="104" d="100"/>
        </p:scale>
        <p:origin x="114" y="318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sia Uhrynovych" userId="25f6040e-db4e-4f69-b278-8c5b53bbe525" providerId="ADAL" clId="{2A366E5C-31C0-4C3B-88F4-EC675AAC9D76}"/>
    <pc:docChg chg="undo custSel addSld modSld modMainMaster">
      <pc:chgData name="Olesia Uhrynovych" userId="25f6040e-db4e-4f69-b278-8c5b53bbe525" providerId="ADAL" clId="{2A366E5C-31C0-4C3B-88F4-EC675AAC9D76}" dt="2024-12-16T10:15:41.250" v="184" actId="1076"/>
      <pc:docMkLst>
        <pc:docMk/>
      </pc:docMkLst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372854313" sldId="3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65124972" sldId="37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292503041" sldId="385"/>
        </pc:sldMkLst>
      </pc:sldChg>
      <pc:sldChg chg="delSp modSp modTransition modAnim">
        <pc:chgData name="Olesia Uhrynovych" userId="25f6040e-db4e-4f69-b278-8c5b53bbe525" providerId="ADAL" clId="{2A366E5C-31C0-4C3B-88F4-EC675AAC9D76}" dt="2024-12-16T09:23:38.966" v="39"/>
        <pc:sldMkLst>
          <pc:docMk/>
          <pc:sldMk cId="343798364" sldId="38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58932244" sldId="38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19138458" sldId="388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105040390" sldId="389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09:35:10.667" v="76"/>
        <pc:sldMkLst>
          <pc:docMk/>
          <pc:sldMk cId="2581163582" sldId="40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52978931" sldId="415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0:46.942" v="62"/>
        <pc:sldMkLst>
          <pc:docMk/>
          <pc:sldMk cId="1009908875" sldId="419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2:44.836" v="65"/>
        <pc:sldMkLst>
          <pc:docMk/>
          <pc:sldMk cId="3033474914" sldId="42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3984545" sldId="42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46928226" sldId="42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521078298" sldId="43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837825574" sldId="43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15966388" sldId="439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29584670" sldId="44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48107220" sldId="44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29552180" sldId="44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082469529" sldId="447"/>
        </pc:sldMkLst>
      </pc:sldChg>
      <pc:sldChg chg="addSp modSp mod modTransition modAnim">
        <pc:chgData name="Olesia Uhrynovych" userId="25f6040e-db4e-4f69-b278-8c5b53bbe525" providerId="ADAL" clId="{2A366E5C-31C0-4C3B-88F4-EC675AAC9D76}" dt="2024-12-16T10:13:52.109" v="171"/>
        <pc:sldMkLst>
          <pc:docMk/>
          <pc:sldMk cId="1322743235" sldId="448"/>
        </pc:sldMkLst>
      </pc:sldChg>
      <pc:sldChg chg="addSp delSp modSp mod modTransition addAnim delAnim modAnim">
        <pc:chgData name="Olesia Uhrynovych" userId="25f6040e-db4e-4f69-b278-8c5b53bbe525" providerId="ADAL" clId="{2A366E5C-31C0-4C3B-88F4-EC675AAC9D76}" dt="2024-12-16T09:44:38.982" v="110"/>
        <pc:sldMkLst>
          <pc:docMk/>
          <pc:sldMk cId="4132324653" sldId="44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994461870" sldId="45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9903136" sldId="451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10:15:41.250" v="184" actId="1076"/>
        <pc:sldMkLst>
          <pc:docMk/>
          <pc:sldMk cId="2888051416" sldId="45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3954483" sldId="45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09745367" sldId="454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58178867" sldId="45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65993274" sldId="45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0330257" sldId="457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420150187" sldId="45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7136736" sldId="45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88681174" sldId="460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22:19.271" v="32"/>
        <pc:sldMkLst>
          <pc:docMk/>
          <pc:sldMk cId="4169556365" sldId="461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031486820" sldId="46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133488612" sldId="4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43708112" sldId="464"/>
        </pc:sldMkLst>
      </pc:sldChg>
      <pc:sldChg chg="addSp delSp modSp mod modTransition modAnim">
        <pc:chgData name="Olesia Uhrynovych" userId="25f6040e-db4e-4f69-b278-8c5b53bbe525" providerId="ADAL" clId="{2A366E5C-31C0-4C3B-88F4-EC675AAC9D76}" dt="2024-12-16T09:50:08.149" v="137"/>
        <pc:sldMkLst>
          <pc:docMk/>
          <pc:sldMk cId="3379264577" sldId="465"/>
        </pc:sldMkLst>
      </pc:sldChg>
      <pc:sldChg chg="modTransition modAnim">
        <pc:chgData name="Olesia Uhrynovych" userId="25f6040e-db4e-4f69-b278-8c5b53bbe525" providerId="ADAL" clId="{2A366E5C-31C0-4C3B-88F4-EC675AAC9D76}" dt="2024-12-16T09:56:07.264" v="164"/>
        <pc:sldMkLst>
          <pc:docMk/>
          <pc:sldMk cId="379119414" sldId="46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0720515" sldId="46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81674115" sldId="46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0225377" sldId="469"/>
        </pc:sldMkLst>
      </pc:sldChg>
      <pc:sldChg chg="addSp delSp modSp new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77175142" sldId="470"/>
        </pc:sldMkLst>
      </pc:sldChg>
      <pc:sldChg chg="addSp delSp modSp new mod modTransition modAnim">
        <pc:chgData name="Olesia Uhrynovych" userId="25f6040e-db4e-4f69-b278-8c5b53bbe525" providerId="ADAL" clId="{2A366E5C-31C0-4C3B-88F4-EC675AAC9D76}" dt="2024-12-16T09:33:57.551" v="68"/>
        <pc:sldMkLst>
          <pc:docMk/>
          <pc:sldMk cId="1655073916" sldId="471"/>
        </pc:sldMkLst>
      </pc:sldChg>
      <pc:sldMasterChg chg="modTransition modSldLayout">
        <pc:chgData name="Olesia Uhrynovych" userId="25f6040e-db4e-4f69-b278-8c5b53bbe525" providerId="ADAL" clId="{2A366E5C-31C0-4C3B-88F4-EC675AAC9D76}" dt="2024-12-16T09:22:19.271" v="32"/>
        <pc:sldMasterMkLst>
          <pc:docMk/>
          <pc:sldMasterMk cId="1187655735" sldId="2147483736"/>
        </pc:sldMasterMkLst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781772459" sldId="214748373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365875010" sldId="214748373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774000497" sldId="214748373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80911020" sldId="214748374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490396313" sldId="214748374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3624078" sldId="2147483742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2403302779" sldId="2147483743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06880443" sldId="2147483744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173291707" sldId="2147483745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40299844" sldId="2147483746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061197603" sldId="214748374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640067808" sldId="214748374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120298721" sldId="214748375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89943147" sldId="214748375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44953325" sldId="214748376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46860342" sldId="214748376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92457623" sldId="2147483771"/>
          </pc:sldLayoutMkLst>
        </pc:sldLayoutChg>
      </pc:sldMasterChg>
    </pc:docChg>
  </pc:docChgLst>
  <pc:docChgLst>
    <pc:chgData name="Oleh Sapiha" userId="428cacb2-53de-4d16-9660-3abdc20ad1c8" providerId="ADAL" clId="{9368223A-EC71-441E-B3F1-775F9D78F0C7}"/>
    <pc:docChg chg="undo custSel addSld delSld modSld sldOrd addSection delSection modSection">
      <pc:chgData name="Oleh Sapiha" userId="428cacb2-53de-4d16-9660-3abdc20ad1c8" providerId="ADAL" clId="{9368223A-EC71-441E-B3F1-775F9D78F0C7}" dt="2025-03-25T09:51:24.436" v="3060" actId="6549"/>
      <pc:docMkLst>
        <pc:docMk/>
      </pc:docMkLst>
      <pc:sldChg chg="modSp mod">
        <pc:chgData name="Oleh Sapiha" userId="428cacb2-53de-4d16-9660-3abdc20ad1c8" providerId="ADAL" clId="{9368223A-EC71-441E-B3F1-775F9D78F0C7}" dt="2025-03-19T21:40:42.104" v="106" actId="20577"/>
        <pc:sldMkLst>
          <pc:docMk/>
          <pc:sldMk cId="2329584670" sldId="443"/>
        </pc:sldMkLst>
        <pc:spChg chg="mod">
          <ac:chgData name="Oleh Sapiha" userId="428cacb2-53de-4d16-9660-3abdc20ad1c8" providerId="ADAL" clId="{9368223A-EC71-441E-B3F1-775F9D78F0C7}" dt="2025-03-19T21:40:42.104" v="106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addSp delSp modSp mod">
        <pc:chgData name="Oleh Sapiha" userId="428cacb2-53de-4d16-9660-3abdc20ad1c8" providerId="ADAL" clId="{9368223A-EC71-441E-B3F1-775F9D78F0C7}" dt="2025-03-19T21:42:30.052" v="155" actId="20577"/>
        <pc:sldMkLst>
          <pc:docMk/>
          <pc:sldMk cId="1765993274" sldId="456"/>
        </pc:sldMkLst>
      </pc:sldChg>
      <pc:sldChg chg="del">
        <pc:chgData name="Oleh Sapiha" userId="428cacb2-53de-4d16-9660-3abdc20ad1c8" providerId="ADAL" clId="{9368223A-EC71-441E-B3F1-775F9D78F0C7}" dt="2025-03-19T21:36:18.143" v="0" actId="47"/>
        <pc:sldMkLst>
          <pc:docMk/>
          <pc:sldMk cId="95385083" sldId="457"/>
        </pc:sldMkLst>
      </pc:sldChg>
      <pc:sldChg chg="addSp modSp new mod">
        <pc:chgData name="Oleh Sapiha" userId="428cacb2-53de-4d16-9660-3abdc20ad1c8" providerId="ADAL" clId="{9368223A-EC71-441E-B3F1-775F9D78F0C7}" dt="2025-03-21T20:55:50.997" v="1287" actId="20577"/>
        <pc:sldMkLst>
          <pc:docMk/>
          <pc:sldMk cId="2072862002" sldId="457"/>
        </pc:sldMkLst>
      </pc:sldChg>
      <pc:sldChg chg="addSp delSp modSp new del mod ord">
        <pc:chgData name="Oleh Sapiha" userId="428cacb2-53de-4d16-9660-3abdc20ad1c8" providerId="ADAL" clId="{9368223A-EC71-441E-B3F1-775F9D78F0C7}" dt="2025-03-21T20:55:03.879" v="1267" actId="47"/>
        <pc:sldMkLst>
          <pc:docMk/>
          <pc:sldMk cId="1337695981" sldId="458"/>
        </pc:sldMkLst>
      </pc:sldChg>
      <pc:sldChg chg="del">
        <pc:chgData name="Oleh Sapiha" userId="428cacb2-53de-4d16-9660-3abdc20ad1c8" providerId="ADAL" clId="{9368223A-EC71-441E-B3F1-775F9D78F0C7}" dt="2025-03-19T21:36:18.441" v="1" actId="47"/>
        <pc:sldMkLst>
          <pc:docMk/>
          <pc:sldMk cId="3609555581" sldId="458"/>
        </pc:sldMkLst>
      </pc:sldChg>
      <pc:sldChg chg="addSp delSp modSp new mod">
        <pc:chgData name="Oleh Sapiha" userId="428cacb2-53de-4d16-9660-3abdc20ad1c8" providerId="ADAL" clId="{9368223A-EC71-441E-B3F1-775F9D78F0C7}" dt="2025-03-20T00:27:20.892" v="550" actId="20577"/>
        <pc:sldMkLst>
          <pc:docMk/>
          <pc:sldMk cId="2753189611" sldId="459"/>
        </pc:sldMkLst>
      </pc:sldChg>
      <pc:sldChg chg="del">
        <pc:chgData name="Oleh Sapiha" userId="428cacb2-53de-4d16-9660-3abdc20ad1c8" providerId="ADAL" clId="{9368223A-EC71-441E-B3F1-775F9D78F0C7}" dt="2025-03-19T21:36:18.626" v="2" actId="47"/>
        <pc:sldMkLst>
          <pc:docMk/>
          <pc:sldMk cId="2790693309" sldId="459"/>
        </pc:sldMkLst>
      </pc:sldChg>
      <pc:sldChg chg="del">
        <pc:chgData name="Oleh Sapiha" userId="428cacb2-53de-4d16-9660-3abdc20ad1c8" providerId="ADAL" clId="{9368223A-EC71-441E-B3F1-775F9D78F0C7}" dt="2025-03-19T21:36:19.100" v="3" actId="47"/>
        <pc:sldMkLst>
          <pc:docMk/>
          <pc:sldMk cId="2211014217" sldId="460"/>
        </pc:sldMkLst>
      </pc:sldChg>
      <pc:sldChg chg="addSp modSp new mod">
        <pc:chgData name="Oleh Sapiha" userId="428cacb2-53de-4d16-9660-3abdc20ad1c8" providerId="ADAL" clId="{9368223A-EC71-441E-B3F1-775F9D78F0C7}" dt="2025-03-20T00:29:08.790" v="570" actId="20577"/>
        <pc:sldMkLst>
          <pc:docMk/>
          <pc:sldMk cId="2745221659" sldId="460"/>
        </pc:sldMkLst>
      </pc:sldChg>
      <pc:sldChg chg="addSp delSp modSp new mod">
        <pc:chgData name="Oleh Sapiha" userId="428cacb2-53de-4d16-9660-3abdc20ad1c8" providerId="ADAL" clId="{9368223A-EC71-441E-B3F1-775F9D78F0C7}" dt="2025-03-21T21:57:26.810" v="1636" actId="14100"/>
        <pc:sldMkLst>
          <pc:docMk/>
          <pc:sldMk cId="3422537393" sldId="461"/>
        </pc:sldMkLst>
      </pc:sldChg>
      <pc:sldChg chg="del">
        <pc:chgData name="Oleh Sapiha" userId="428cacb2-53de-4d16-9660-3abdc20ad1c8" providerId="ADAL" clId="{9368223A-EC71-441E-B3F1-775F9D78F0C7}" dt="2025-03-19T21:36:19.252" v="4" actId="47"/>
        <pc:sldMkLst>
          <pc:docMk/>
          <pc:sldMk cId="3717059390" sldId="461"/>
        </pc:sldMkLst>
      </pc:sldChg>
      <pc:sldChg chg="add del">
        <pc:chgData name="Oleh Sapiha" userId="428cacb2-53de-4d16-9660-3abdc20ad1c8" providerId="ADAL" clId="{9368223A-EC71-441E-B3F1-775F9D78F0C7}" dt="2025-03-21T20:01:23.745" v="784" actId="2890"/>
        <pc:sldMkLst>
          <pc:docMk/>
          <pc:sldMk cId="1437198323" sldId="462"/>
        </pc:sldMkLst>
      </pc:sldChg>
      <pc:sldChg chg="del">
        <pc:chgData name="Oleh Sapiha" userId="428cacb2-53de-4d16-9660-3abdc20ad1c8" providerId="ADAL" clId="{9368223A-EC71-441E-B3F1-775F9D78F0C7}" dt="2025-03-19T21:36:19.413" v="5" actId="47"/>
        <pc:sldMkLst>
          <pc:docMk/>
          <pc:sldMk cId="2183596730" sldId="462"/>
        </pc:sldMkLst>
      </pc:sldChg>
      <pc:sldChg chg="modSp new mod">
        <pc:chgData name="Oleh Sapiha" userId="428cacb2-53de-4d16-9660-3abdc20ad1c8" providerId="ADAL" clId="{9368223A-EC71-441E-B3F1-775F9D78F0C7}" dt="2025-03-21T21:23:40.055" v="1550" actId="20577"/>
        <pc:sldMkLst>
          <pc:docMk/>
          <pc:sldMk cId="3388035988" sldId="462"/>
        </pc:sldMkLst>
      </pc:sldChg>
      <pc:sldChg chg="del">
        <pc:chgData name="Oleh Sapiha" userId="428cacb2-53de-4d16-9660-3abdc20ad1c8" providerId="ADAL" clId="{9368223A-EC71-441E-B3F1-775F9D78F0C7}" dt="2025-03-19T21:36:19.762" v="7" actId="47"/>
        <pc:sldMkLst>
          <pc:docMk/>
          <pc:sldMk cId="1130092430" sldId="463"/>
        </pc:sldMkLst>
      </pc:sldChg>
      <pc:sldChg chg="addSp delSp modSp add mod">
        <pc:chgData name="Oleh Sapiha" userId="428cacb2-53de-4d16-9660-3abdc20ad1c8" providerId="ADAL" clId="{9368223A-EC71-441E-B3F1-775F9D78F0C7}" dt="2025-03-21T21:24:03.063" v="1554" actId="20577"/>
        <pc:sldMkLst>
          <pc:docMk/>
          <pc:sldMk cId="3955994714" sldId="463"/>
        </pc:sldMkLst>
      </pc:sldChg>
      <pc:sldChg chg="del">
        <pc:chgData name="Oleh Sapiha" userId="428cacb2-53de-4d16-9660-3abdc20ad1c8" providerId="ADAL" clId="{9368223A-EC71-441E-B3F1-775F9D78F0C7}" dt="2025-03-19T21:36:19.582" v="6" actId="47"/>
        <pc:sldMkLst>
          <pc:docMk/>
          <pc:sldMk cId="719924982" sldId="464"/>
        </pc:sldMkLst>
      </pc:sldChg>
      <pc:sldChg chg="addSp delSp modSp new mod">
        <pc:chgData name="Oleh Sapiha" userId="428cacb2-53de-4d16-9660-3abdc20ad1c8" providerId="ADAL" clId="{9368223A-EC71-441E-B3F1-775F9D78F0C7}" dt="2025-03-21T21:24:07.855" v="1555" actId="20577"/>
        <pc:sldMkLst>
          <pc:docMk/>
          <pc:sldMk cId="4222195555" sldId="464"/>
        </pc:sldMkLst>
      </pc:sldChg>
      <pc:sldChg chg="del">
        <pc:chgData name="Oleh Sapiha" userId="428cacb2-53de-4d16-9660-3abdc20ad1c8" providerId="ADAL" clId="{9368223A-EC71-441E-B3F1-775F9D78F0C7}" dt="2025-03-19T21:36:19.938" v="8" actId="47"/>
        <pc:sldMkLst>
          <pc:docMk/>
          <pc:sldMk cId="65863185" sldId="465"/>
        </pc:sldMkLst>
      </pc:sldChg>
      <pc:sldChg chg="addSp delSp modSp new mod">
        <pc:chgData name="Oleh Sapiha" userId="428cacb2-53de-4d16-9660-3abdc20ad1c8" providerId="ADAL" clId="{9368223A-EC71-441E-B3F1-775F9D78F0C7}" dt="2025-03-23T18:53:59.249" v="2093" actId="478"/>
        <pc:sldMkLst>
          <pc:docMk/>
          <pc:sldMk cId="2279307265" sldId="465"/>
        </pc:sldMkLst>
      </pc:sldChg>
      <pc:sldChg chg="del">
        <pc:chgData name="Oleh Sapiha" userId="428cacb2-53de-4d16-9660-3abdc20ad1c8" providerId="ADAL" clId="{9368223A-EC71-441E-B3F1-775F9D78F0C7}" dt="2025-03-19T21:36:20.106" v="9" actId="47"/>
        <pc:sldMkLst>
          <pc:docMk/>
          <pc:sldMk cId="1775773908" sldId="466"/>
        </pc:sldMkLst>
      </pc:sldChg>
      <pc:sldChg chg="addSp modSp new mod">
        <pc:chgData name="Oleh Sapiha" userId="428cacb2-53de-4d16-9660-3abdc20ad1c8" providerId="ADAL" clId="{9368223A-EC71-441E-B3F1-775F9D78F0C7}" dt="2025-03-21T21:07:10.425" v="1461" actId="113"/>
        <pc:sldMkLst>
          <pc:docMk/>
          <pc:sldMk cId="1778314690" sldId="466"/>
        </pc:sldMkLst>
      </pc:sldChg>
      <pc:sldChg chg="addSp modSp new mod">
        <pc:chgData name="Oleh Sapiha" userId="428cacb2-53de-4d16-9660-3abdc20ad1c8" providerId="ADAL" clId="{9368223A-EC71-441E-B3F1-775F9D78F0C7}" dt="2025-03-23T18:44:59.491" v="2055" actId="20577"/>
        <pc:sldMkLst>
          <pc:docMk/>
          <pc:sldMk cId="755936351" sldId="467"/>
        </pc:sldMkLst>
      </pc:sldChg>
      <pc:sldChg chg="del">
        <pc:chgData name="Oleh Sapiha" userId="428cacb2-53de-4d16-9660-3abdc20ad1c8" providerId="ADAL" clId="{9368223A-EC71-441E-B3F1-775F9D78F0C7}" dt="2025-03-19T21:36:20.276" v="10" actId="47"/>
        <pc:sldMkLst>
          <pc:docMk/>
          <pc:sldMk cId="1400113854" sldId="467"/>
        </pc:sldMkLst>
      </pc:sldChg>
      <pc:sldChg chg="addSp delSp modSp new mod modAnim">
        <pc:chgData name="Oleh Sapiha" userId="428cacb2-53de-4d16-9660-3abdc20ad1c8" providerId="ADAL" clId="{9368223A-EC71-441E-B3F1-775F9D78F0C7}" dt="2025-03-23T18:49:08.644" v="2087"/>
        <pc:sldMkLst>
          <pc:docMk/>
          <pc:sldMk cId="1535024673" sldId="468"/>
        </pc:sldMkLst>
      </pc:sldChg>
      <pc:sldChg chg="del">
        <pc:chgData name="Oleh Sapiha" userId="428cacb2-53de-4d16-9660-3abdc20ad1c8" providerId="ADAL" clId="{9368223A-EC71-441E-B3F1-775F9D78F0C7}" dt="2025-03-19T21:36:20.612" v="12" actId="47"/>
        <pc:sldMkLst>
          <pc:docMk/>
          <pc:sldMk cId="2579702639" sldId="468"/>
        </pc:sldMkLst>
      </pc:sldChg>
      <pc:sldChg chg="addSp modSp new mod">
        <pc:chgData name="Oleh Sapiha" userId="428cacb2-53de-4d16-9660-3abdc20ad1c8" providerId="ADAL" clId="{9368223A-EC71-441E-B3F1-775F9D78F0C7}" dt="2025-03-23T18:58:16.870" v="2127" actId="1076"/>
        <pc:sldMkLst>
          <pc:docMk/>
          <pc:sldMk cId="806723896" sldId="469"/>
        </pc:sldMkLst>
      </pc:sldChg>
      <pc:sldChg chg="del">
        <pc:chgData name="Oleh Sapiha" userId="428cacb2-53de-4d16-9660-3abdc20ad1c8" providerId="ADAL" clId="{9368223A-EC71-441E-B3F1-775F9D78F0C7}" dt="2025-03-19T21:36:20.436" v="11" actId="47"/>
        <pc:sldMkLst>
          <pc:docMk/>
          <pc:sldMk cId="1307945181" sldId="469"/>
        </pc:sldMkLst>
      </pc:sldChg>
      <pc:sldChg chg="del">
        <pc:chgData name="Oleh Sapiha" userId="428cacb2-53de-4d16-9660-3abdc20ad1c8" providerId="ADAL" clId="{9368223A-EC71-441E-B3F1-775F9D78F0C7}" dt="2025-03-19T21:36:20.812" v="13" actId="47"/>
        <pc:sldMkLst>
          <pc:docMk/>
          <pc:sldMk cId="302959650" sldId="470"/>
        </pc:sldMkLst>
      </pc:sldChg>
      <pc:sldChg chg="addSp modSp new mod">
        <pc:chgData name="Oleh Sapiha" userId="428cacb2-53de-4d16-9660-3abdc20ad1c8" providerId="ADAL" clId="{9368223A-EC71-441E-B3F1-775F9D78F0C7}" dt="2025-03-23T19:44:40.774" v="2193" actId="1076"/>
        <pc:sldMkLst>
          <pc:docMk/>
          <pc:sldMk cId="987901788" sldId="470"/>
        </pc:sldMkLst>
      </pc:sldChg>
      <pc:sldChg chg="addSp modSp new mod">
        <pc:chgData name="Oleh Sapiha" userId="428cacb2-53de-4d16-9660-3abdc20ad1c8" providerId="ADAL" clId="{9368223A-EC71-441E-B3F1-775F9D78F0C7}" dt="2025-03-23T20:49:05.136" v="3030" actId="113"/>
        <pc:sldMkLst>
          <pc:docMk/>
          <pc:sldMk cId="2619807092" sldId="471"/>
        </pc:sldMkLst>
      </pc:sldChg>
      <pc:sldChg chg="del">
        <pc:chgData name="Oleh Sapiha" userId="428cacb2-53de-4d16-9660-3abdc20ad1c8" providerId="ADAL" clId="{9368223A-EC71-441E-B3F1-775F9D78F0C7}" dt="2025-03-19T21:36:21.471" v="14" actId="47"/>
        <pc:sldMkLst>
          <pc:docMk/>
          <pc:sldMk cId="2719084507" sldId="471"/>
        </pc:sldMkLst>
      </pc:sldChg>
      <pc:sldChg chg="addSp modSp new mod">
        <pc:chgData name="Oleh Sapiha" userId="428cacb2-53de-4d16-9660-3abdc20ad1c8" providerId="ADAL" clId="{9368223A-EC71-441E-B3F1-775F9D78F0C7}" dt="2025-03-23T20:35:25.746" v="3029" actId="1076"/>
        <pc:sldMkLst>
          <pc:docMk/>
          <pc:sldMk cId="1608342160" sldId="472"/>
        </pc:sldMkLst>
      </pc:sldChg>
      <pc:sldChg chg="del">
        <pc:chgData name="Oleh Sapiha" userId="428cacb2-53de-4d16-9660-3abdc20ad1c8" providerId="ADAL" clId="{9368223A-EC71-441E-B3F1-775F9D78F0C7}" dt="2025-03-19T21:36:23.810" v="15" actId="47"/>
        <pc:sldMkLst>
          <pc:docMk/>
          <pc:sldMk cId="3905671238" sldId="472"/>
        </pc:sldMkLst>
      </pc:sldChg>
      <pc:sldChg chg="modSp new mod">
        <pc:chgData name="Oleh Sapiha" userId="428cacb2-53de-4d16-9660-3abdc20ad1c8" providerId="ADAL" clId="{9368223A-EC71-441E-B3F1-775F9D78F0C7}" dt="2025-03-25T09:51:24.436" v="3060" actId="6549"/>
        <pc:sldMkLst>
          <pc:docMk/>
          <pc:sldMk cId="3531799588" sldId="473"/>
        </pc:sldMkLst>
      </pc:sldChg>
    </pc:docChg>
  </pc:docChgLst>
  <pc:docChgLst>
    <pc:chgData name="Oleh Sapiha" userId="428cacb2-53de-4d16-9660-3abdc20ad1c8" providerId="ADAL" clId="{152A3153-0D38-45FC-90F7-615C379851EC}"/>
    <pc:docChg chg="undo custSel addSld delSld modSld sldOrd">
      <pc:chgData name="Oleh Sapiha" userId="428cacb2-53de-4d16-9660-3abdc20ad1c8" providerId="ADAL" clId="{152A3153-0D38-45FC-90F7-615C379851EC}" dt="2025-02-16T17:36:15.112" v="4318" actId="20577"/>
      <pc:docMkLst>
        <pc:docMk/>
      </pc:docMkLst>
      <pc:sldChg chg="del">
        <pc:chgData name="Oleh Sapiha" userId="428cacb2-53de-4d16-9660-3abdc20ad1c8" providerId="ADAL" clId="{152A3153-0D38-45FC-90F7-615C379851EC}" dt="2025-02-15T07:30:57.755" v="12" actId="47"/>
        <pc:sldMkLst>
          <pc:docMk/>
          <pc:sldMk cId="3565124972" sldId="370"/>
        </pc:sldMkLst>
      </pc:sldChg>
      <pc:sldChg chg="del">
        <pc:chgData name="Oleh Sapiha" userId="428cacb2-53de-4d16-9660-3abdc20ad1c8" providerId="ADAL" clId="{152A3153-0D38-45FC-90F7-615C379851EC}" dt="2025-02-15T07:30:54.049" v="0" actId="47"/>
        <pc:sldMkLst>
          <pc:docMk/>
          <pc:sldMk cId="2292503041" sldId="385"/>
        </pc:sldMkLst>
      </pc:sldChg>
      <pc:sldChg chg="del">
        <pc:chgData name="Oleh Sapiha" userId="428cacb2-53de-4d16-9660-3abdc20ad1c8" providerId="ADAL" clId="{152A3153-0D38-45FC-90F7-615C379851EC}" dt="2025-02-15T07:30:55.310" v="2" actId="47"/>
        <pc:sldMkLst>
          <pc:docMk/>
          <pc:sldMk cId="343798364" sldId="386"/>
        </pc:sldMkLst>
      </pc:sldChg>
      <pc:sldChg chg="del">
        <pc:chgData name="Oleh Sapiha" userId="428cacb2-53de-4d16-9660-3abdc20ad1c8" providerId="ADAL" clId="{152A3153-0D38-45FC-90F7-615C379851EC}" dt="2025-02-15T07:30:55.536" v="3" actId="47"/>
        <pc:sldMkLst>
          <pc:docMk/>
          <pc:sldMk cId="1258932244" sldId="387"/>
        </pc:sldMkLst>
      </pc:sldChg>
      <pc:sldChg chg="del">
        <pc:chgData name="Oleh Sapiha" userId="428cacb2-53de-4d16-9660-3abdc20ad1c8" providerId="ADAL" clId="{152A3153-0D38-45FC-90F7-615C379851EC}" dt="2025-02-15T07:30:55.720" v="4" actId="47"/>
        <pc:sldMkLst>
          <pc:docMk/>
          <pc:sldMk cId="719138458" sldId="388"/>
        </pc:sldMkLst>
      </pc:sldChg>
      <pc:sldChg chg="del">
        <pc:chgData name="Oleh Sapiha" userId="428cacb2-53de-4d16-9660-3abdc20ad1c8" providerId="ADAL" clId="{152A3153-0D38-45FC-90F7-615C379851EC}" dt="2025-02-15T07:30:55.892" v="5" actId="47"/>
        <pc:sldMkLst>
          <pc:docMk/>
          <pc:sldMk cId="2105040390" sldId="389"/>
        </pc:sldMkLst>
      </pc:sldChg>
      <pc:sldChg chg="del">
        <pc:chgData name="Oleh Sapiha" userId="428cacb2-53de-4d16-9660-3abdc20ad1c8" providerId="ADAL" clId="{152A3153-0D38-45FC-90F7-615C379851EC}" dt="2025-02-15T07:30:59.534" v="19" actId="47"/>
        <pc:sldMkLst>
          <pc:docMk/>
          <pc:sldMk cId="2581163582" sldId="408"/>
        </pc:sldMkLst>
      </pc:sldChg>
      <pc:sldChg chg="del">
        <pc:chgData name="Oleh Sapiha" userId="428cacb2-53de-4d16-9660-3abdc20ad1c8" providerId="ADAL" clId="{152A3153-0D38-45FC-90F7-615C379851EC}" dt="2025-02-15T07:30:57.615" v="11" actId="47"/>
        <pc:sldMkLst>
          <pc:docMk/>
          <pc:sldMk cId="752978931" sldId="415"/>
        </pc:sldMkLst>
      </pc:sldChg>
      <pc:sldChg chg="del">
        <pc:chgData name="Oleh Sapiha" userId="428cacb2-53de-4d16-9660-3abdc20ad1c8" providerId="ADAL" clId="{152A3153-0D38-45FC-90F7-615C379851EC}" dt="2025-02-15T07:30:59.087" v="16" actId="47"/>
        <pc:sldMkLst>
          <pc:docMk/>
          <pc:sldMk cId="1009908875" sldId="419"/>
        </pc:sldMkLst>
      </pc:sldChg>
      <pc:sldChg chg="del">
        <pc:chgData name="Oleh Sapiha" userId="428cacb2-53de-4d16-9660-3abdc20ad1c8" providerId="ADAL" clId="{152A3153-0D38-45FC-90F7-615C379851EC}" dt="2025-02-15T07:30:59.233" v="17" actId="47"/>
        <pc:sldMkLst>
          <pc:docMk/>
          <pc:sldMk cId="3033474914" sldId="420"/>
        </pc:sldMkLst>
      </pc:sldChg>
      <pc:sldChg chg="del">
        <pc:chgData name="Oleh Sapiha" userId="428cacb2-53de-4d16-9660-3abdc20ad1c8" providerId="ADAL" clId="{152A3153-0D38-45FC-90F7-615C379851EC}" dt="2025-02-15T07:30:58.417" v="14" actId="47"/>
        <pc:sldMkLst>
          <pc:docMk/>
          <pc:sldMk cId="3533984545" sldId="422"/>
        </pc:sldMkLst>
      </pc:sldChg>
      <pc:sldChg chg="del">
        <pc:chgData name="Oleh Sapiha" userId="428cacb2-53de-4d16-9660-3abdc20ad1c8" providerId="ADAL" clId="{152A3153-0D38-45FC-90F7-615C379851EC}" dt="2025-02-15T07:30:57.934" v="13" actId="47"/>
        <pc:sldMkLst>
          <pc:docMk/>
          <pc:sldMk cId="1746928226" sldId="425"/>
        </pc:sldMkLst>
      </pc:sldChg>
      <pc:sldChg chg="del">
        <pc:chgData name="Oleh Sapiha" userId="428cacb2-53de-4d16-9660-3abdc20ad1c8" providerId="ADAL" clId="{152A3153-0D38-45FC-90F7-615C379851EC}" dt="2025-02-15T07:30:58.585" v="15" actId="47"/>
        <pc:sldMkLst>
          <pc:docMk/>
          <pc:sldMk cId="2521078298" sldId="435"/>
        </pc:sldMkLst>
      </pc:sldChg>
      <pc:sldChg chg="del">
        <pc:chgData name="Oleh Sapiha" userId="428cacb2-53de-4d16-9660-3abdc20ad1c8" providerId="ADAL" clId="{152A3153-0D38-45FC-90F7-615C379851EC}" dt="2025-02-15T07:30:56.946" v="9" actId="47"/>
        <pc:sldMkLst>
          <pc:docMk/>
          <pc:sldMk cId="2837825574" sldId="438"/>
        </pc:sldMkLst>
      </pc:sldChg>
      <pc:sldChg chg="del">
        <pc:chgData name="Oleh Sapiha" userId="428cacb2-53de-4d16-9660-3abdc20ad1c8" providerId="ADAL" clId="{152A3153-0D38-45FC-90F7-615C379851EC}" dt="2025-02-15T07:30:56.419" v="6" actId="47"/>
        <pc:sldMkLst>
          <pc:docMk/>
          <pc:sldMk cId="4215966388" sldId="439"/>
        </pc:sldMkLst>
      </pc:sldChg>
      <pc:sldChg chg="modSp mod">
        <pc:chgData name="Oleh Sapiha" userId="428cacb2-53de-4d16-9660-3abdc20ad1c8" providerId="ADAL" clId="{152A3153-0D38-45FC-90F7-615C379851EC}" dt="2025-02-15T07:34:21.501" v="127" actId="20577"/>
        <pc:sldMkLst>
          <pc:docMk/>
          <pc:sldMk cId="2329584670" sldId="443"/>
        </pc:sldMkLst>
        <pc:spChg chg="mod">
          <ac:chgData name="Oleh Sapiha" userId="428cacb2-53de-4d16-9660-3abdc20ad1c8" providerId="ADAL" clId="{152A3153-0D38-45FC-90F7-615C379851EC}" dt="2025-02-15T07:34:21.501" v="127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152A3153-0D38-45FC-90F7-615C379851EC}" dt="2025-02-15T07:30:56.749" v="8" actId="47"/>
        <pc:sldMkLst>
          <pc:docMk/>
          <pc:sldMk cId="2748107220" sldId="445"/>
        </pc:sldMkLst>
      </pc:sldChg>
      <pc:sldChg chg="del">
        <pc:chgData name="Oleh Sapiha" userId="428cacb2-53de-4d16-9660-3abdc20ad1c8" providerId="ADAL" clId="{152A3153-0D38-45FC-90F7-615C379851EC}" dt="2025-02-15T07:30:57.079" v="10" actId="47"/>
        <pc:sldMkLst>
          <pc:docMk/>
          <pc:sldMk cId="329552180" sldId="446"/>
        </pc:sldMkLst>
      </pc:sldChg>
      <pc:sldChg chg="del">
        <pc:chgData name="Oleh Sapiha" userId="428cacb2-53de-4d16-9660-3abdc20ad1c8" providerId="ADAL" clId="{152A3153-0D38-45FC-90F7-615C379851EC}" dt="2025-02-15T07:30:54.856" v="1" actId="47"/>
        <pc:sldMkLst>
          <pc:docMk/>
          <pc:sldMk cId="2082469529" sldId="447"/>
        </pc:sldMkLst>
      </pc:sldChg>
      <pc:sldChg chg="del">
        <pc:chgData name="Oleh Sapiha" userId="428cacb2-53de-4d16-9660-3abdc20ad1c8" providerId="ADAL" clId="{152A3153-0D38-45FC-90F7-615C379851EC}" dt="2025-02-15T07:30:59.623" v="20" actId="47"/>
        <pc:sldMkLst>
          <pc:docMk/>
          <pc:sldMk cId="1322743235" sldId="448"/>
        </pc:sldMkLst>
      </pc:sldChg>
      <pc:sldChg chg="ord">
        <pc:chgData name="Oleh Sapiha" userId="428cacb2-53de-4d16-9660-3abdc20ad1c8" providerId="ADAL" clId="{152A3153-0D38-45FC-90F7-615C379851EC}" dt="2025-02-15T07:31:09.238" v="22"/>
        <pc:sldMkLst>
          <pc:docMk/>
          <pc:sldMk cId="4132324653" sldId="449"/>
        </pc:sldMkLst>
      </pc:sldChg>
      <pc:sldChg chg="addSp modSp mod">
        <pc:chgData name="Oleh Sapiha" userId="428cacb2-53de-4d16-9660-3abdc20ad1c8" providerId="ADAL" clId="{152A3153-0D38-45FC-90F7-615C379851EC}" dt="2025-02-15T08:43:46.297" v="1184" actId="1076"/>
        <pc:sldMkLst>
          <pc:docMk/>
          <pc:sldMk cId="1994461870" sldId="450"/>
        </pc:sldMkLst>
      </pc:sldChg>
      <pc:sldChg chg="addSp delSp modSp mod">
        <pc:chgData name="Oleh Sapiha" userId="428cacb2-53de-4d16-9660-3abdc20ad1c8" providerId="ADAL" clId="{152A3153-0D38-45FC-90F7-615C379851EC}" dt="2025-02-15T08:48:06.905" v="1349" actId="478"/>
        <pc:sldMkLst>
          <pc:docMk/>
          <pc:sldMk cId="3549903136" sldId="451"/>
        </pc:sldMkLst>
      </pc:sldChg>
      <pc:sldChg chg="addSp delSp modSp mod modAnim">
        <pc:chgData name="Oleh Sapiha" userId="428cacb2-53de-4d16-9660-3abdc20ad1c8" providerId="ADAL" clId="{152A3153-0D38-45FC-90F7-615C379851EC}" dt="2025-02-15T09:12:30.608" v="2087"/>
        <pc:sldMkLst>
          <pc:docMk/>
          <pc:sldMk cId="2888051416" sldId="452"/>
        </pc:sldMkLst>
      </pc:sldChg>
      <pc:sldChg chg="addSp delSp modSp mod">
        <pc:chgData name="Oleh Sapiha" userId="428cacb2-53de-4d16-9660-3abdc20ad1c8" providerId="ADAL" clId="{152A3153-0D38-45FC-90F7-615C379851EC}" dt="2025-02-15T18:26:07.880" v="3548" actId="1076"/>
        <pc:sldMkLst>
          <pc:docMk/>
          <pc:sldMk cId="63954483" sldId="453"/>
        </pc:sldMkLst>
      </pc:sldChg>
      <pc:sldChg chg="modSp mod">
        <pc:chgData name="Oleh Sapiha" userId="428cacb2-53de-4d16-9660-3abdc20ad1c8" providerId="ADAL" clId="{152A3153-0D38-45FC-90F7-615C379851EC}" dt="2025-02-15T18:48:31.973" v="3816" actId="6549"/>
        <pc:sldMkLst>
          <pc:docMk/>
          <pc:sldMk cId="2709745367" sldId="454"/>
        </pc:sldMkLst>
      </pc:sldChg>
      <pc:sldChg chg="delSp modSp mod ord">
        <pc:chgData name="Oleh Sapiha" userId="428cacb2-53de-4d16-9660-3abdc20ad1c8" providerId="ADAL" clId="{152A3153-0D38-45FC-90F7-615C379851EC}" dt="2025-02-15T19:02:44.388" v="3843" actId="20577"/>
        <pc:sldMkLst>
          <pc:docMk/>
          <pc:sldMk cId="58178867" sldId="455"/>
        </pc:sldMkLst>
      </pc:sldChg>
      <pc:sldChg chg="ord">
        <pc:chgData name="Oleh Sapiha" userId="428cacb2-53de-4d16-9660-3abdc20ad1c8" providerId="ADAL" clId="{152A3153-0D38-45FC-90F7-615C379851EC}" dt="2025-02-15T19:03:58.166" v="3845"/>
        <pc:sldMkLst>
          <pc:docMk/>
          <pc:sldMk cId="1765993274" sldId="456"/>
        </pc:sldMkLst>
      </pc:sldChg>
      <pc:sldChg chg="del">
        <pc:chgData name="Oleh Sapiha" userId="428cacb2-53de-4d16-9660-3abdc20ad1c8" providerId="ADAL" clId="{152A3153-0D38-45FC-90F7-615C379851EC}" dt="2025-02-15T07:32:24.057" v="26" actId="47"/>
        <pc:sldMkLst>
          <pc:docMk/>
          <pc:sldMk cId="3031486820" sldId="462"/>
        </pc:sldMkLst>
      </pc:sldChg>
      <pc:sldChg chg="del">
        <pc:chgData name="Oleh Sapiha" userId="428cacb2-53de-4d16-9660-3abdc20ad1c8" providerId="ADAL" clId="{152A3153-0D38-45FC-90F7-615C379851EC}" dt="2025-02-15T07:32:21.783" v="25" actId="47"/>
        <pc:sldMkLst>
          <pc:docMk/>
          <pc:sldMk cId="1133488612" sldId="463"/>
        </pc:sldMkLst>
      </pc:sldChg>
      <pc:sldChg chg="delSp modSp add mod ord modTransition setBg">
        <pc:chgData name="Oleh Sapiha" userId="428cacb2-53de-4d16-9660-3abdc20ad1c8" providerId="ADAL" clId="{152A3153-0D38-45FC-90F7-615C379851EC}" dt="2025-02-16T17:35:51.721" v="4312" actId="14100"/>
        <pc:sldMkLst>
          <pc:docMk/>
          <pc:sldMk cId="1404378807" sldId="463"/>
        </pc:sldMkLst>
      </pc:sldChg>
      <pc:sldChg chg="add del">
        <pc:chgData name="Oleh Sapiha" userId="428cacb2-53de-4d16-9660-3abdc20ad1c8" providerId="ADAL" clId="{152A3153-0D38-45FC-90F7-615C379851EC}" dt="2025-02-15T07:31:51.408" v="24" actId="47"/>
        <pc:sldMkLst>
          <pc:docMk/>
          <pc:sldMk cId="379119414" sldId="466"/>
        </pc:sldMkLst>
      </pc:sldChg>
      <pc:sldChg chg="add del">
        <pc:chgData name="Oleh Sapiha" userId="428cacb2-53de-4d16-9660-3abdc20ad1c8" providerId="ADAL" clId="{152A3153-0D38-45FC-90F7-615C379851EC}" dt="2025-02-15T07:45:12.765" v="241"/>
        <pc:sldMkLst>
          <pc:docMk/>
          <pc:sldMk cId="1496511912" sldId="470"/>
        </pc:sldMkLst>
      </pc:sldChg>
      <pc:sldChg chg="new del">
        <pc:chgData name="Oleh Sapiha" userId="428cacb2-53de-4d16-9660-3abdc20ad1c8" providerId="ADAL" clId="{152A3153-0D38-45FC-90F7-615C379851EC}" dt="2025-02-15T07:45:06.184" v="239" actId="680"/>
        <pc:sldMkLst>
          <pc:docMk/>
          <pc:sldMk cId="1644169807" sldId="470"/>
        </pc:sldMkLst>
      </pc:sldChg>
      <pc:sldChg chg="addSp delSp modSp new mod ord">
        <pc:chgData name="Oleh Sapiha" userId="428cacb2-53de-4d16-9660-3abdc20ad1c8" providerId="ADAL" clId="{152A3153-0D38-45FC-90F7-615C379851EC}" dt="2025-02-15T08:34:44.566" v="437" actId="113"/>
        <pc:sldMkLst>
          <pc:docMk/>
          <pc:sldMk cId="3549345143" sldId="470"/>
        </pc:sldMkLst>
      </pc:sldChg>
      <pc:sldChg chg="del">
        <pc:chgData name="Oleh Sapiha" userId="428cacb2-53de-4d16-9660-3abdc20ad1c8" providerId="ADAL" clId="{152A3153-0D38-45FC-90F7-615C379851EC}" dt="2025-02-15T07:30:56.596" v="7" actId="47"/>
        <pc:sldMkLst>
          <pc:docMk/>
          <pc:sldMk cId="4277175142" sldId="470"/>
        </pc:sldMkLst>
      </pc:sldChg>
      <pc:sldChg chg="del">
        <pc:chgData name="Oleh Sapiha" userId="428cacb2-53de-4d16-9660-3abdc20ad1c8" providerId="ADAL" clId="{152A3153-0D38-45FC-90F7-615C379851EC}" dt="2025-02-15T07:30:59.396" v="18" actId="47"/>
        <pc:sldMkLst>
          <pc:docMk/>
          <pc:sldMk cId="1655073916" sldId="471"/>
        </pc:sldMkLst>
      </pc:sldChg>
      <pc:sldChg chg="addSp delSp modSp new mod modTransition modAnim">
        <pc:chgData name="Oleh Sapiha" userId="428cacb2-53de-4d16-9660-3abdc20ad1c8" providerId="ADAL" clId="{152A3153-0D38-45FC-90F7-615C379851EC}" dt="2025-02-15T18:26:45.557" v="3549" actId="732"/>
        <pc:sldMkLst>
          <pc:docMk/>
          <pc:sldMk cId="2974913787" sldId="471"/>
        </pc:sldMkLst>
      </pc:sldChg>
      <pc:sldChg chg="addSp delSp modSp new mod">
        <pc:chgData name="Oleh Sapiha" userId="428cacb2-53de-4d16-9660-3abdc20ad1c8" providerId="ADAL" clId="{152A3153-0D38-45FC-90F7-615C379851EC}" dt="2025-02-15T18:13:37.586" v="3097" actId="20577"/>
        <pc:sldMkLst>
          <pc:docMk/>
          <pc:sldMk cId="3117632224" sldId="472"/>
        </pc:sldMkLst>
      </pc:sldChg>
      <pc:sldChg chg="new del">
        <pc:chgData name="Oleh Sapiha" userId="428cacb2-53de-4d16-9660-3abdc20ad1c8" providerId="ADAL" clId="{152A3153-0D38-45FC-90F7-615C379851EC}" dt="2025-02-15T17:51:27.483" v="2768" actId="47"/>
        <pc:sldMkLst>
          <pc:docMk/>
          <pc:sldMk cId="3310115145" sldId="473"/>
        </pc:sldMkLst>
      </pc:sldChg>
      <pc:sldChg chg="addSp modSp add mod">
        <pc:chgData name="Oleh Sapiha" userId="428cacb2-53de-4d16-9660-3abdc20ad1c8" providerId="ADAL" clId="{152A3153-0D38-45FC-90F7-615C379851EC}" dt="2025-02-15T20:00:26.114" v="4264" actId="20577"/>
        <pc:sldMkLst>
          <pc:docMk/>
          <pc:sldMk cId="1002541627" sldId="474"/>
        </pc:sldMkLst>
      </pc:sldChg>
      <pc:sldChg chg="new del">
        <pc:chgData name="Oleh Sapiha" userId="428cacb2-53de-4d16-9660-3abdc20ad1c8" providerId="ADAL" clId="{152A3153-0D38-45FC-90F7-615C379851EC}" dt="2025-02-15T18:09:41.520" v="3064" actId="680"/>
        <pc:sldMkLst>
          <pc:docMk/>
          <pc:sldMk cId="276502990" sldId="475"/>
        </pc:sldMkLst>
      </pc:sldChg>
      <pc:sldChg chg="delSp modSp new mod">
        <pc:chgData name="Oleh Sapiha" userId="428cacb2-53de-4d16-9660-3abdc20ad1c8" providerId="ADAL" clId="{152A3153-0D38-45FC-90F7-615C379851EC}" dt="2025-02-15T18:15:49.132" v="3216" actId="1076"/>
        <pc:sldMkLst>
          <pc:docMk/>
          <pc:sldMk cId="1107308591" sldId="475"/>
        </pc:sldMkLst>
      </pc:sldChg>
      <pc:sldChg chg="new del">
        <pc:chgData name="Oleh Sapiha" userId="428cacb2-53de-4d16-9660-3abdc20ad1c8" providerId="ADAL" clId="{152A3153-0D38-45FC-90F7-615C379851EC}" dt="2025-02-15T18:16:58.062" v="3262" actId="47"/>
        <pc:sldMkLst>
          <pc:docMk/>
          <pc:sldMk cId="2597969618" sldId="476"/>
        </pc:sldMkLst>
      </pc:sldChg>
      <pc:sldChg chg="modSp add mod ord">
        <pc:chgData name="Oleh Sapiha" userId="428cacb2-53de-4d16-9660-3abdc20ad1c8" providerId="ADAL" clId="{152A3153-0D38-45FC-90F7-615C379851EC}" dt="2025-02-15T18:16:54.599" v="3261"/>
        <pc:sldMkLst>
          <pc:docMk/>
          <pc:sldMk cId="2536629842" sldId="477"/>
        </pc:sldMkLst>
      </pc:sldChg>
      <pc:sldChg chg="new add del">
        <pc:chgData name="Oleh Sapiha" userId="428cacb2-53de-4d16-9660-3abdc20ad1c8" providerId="ADAL" clId="{152A3153-0D38-45FC-90F7-615C379851EC}" dt="2025-02-15T19:38:22.827" v="4111" actId="47"/>
        <pc:sldMkLst>
          <pc:docMk/>
          <pc:sldMk cId="1625920993" sldId="478"/>
        </pc:sldMkLst>
      </pc:sldChg>
      <pc:sldChg chg="modSp add mod ord modTransition setBg">
        <pc:chgData name="Oleh Sapiha" userId="428cacb2-53de-4d16-9660-3abdc20ad1c8" providerId="ADAL" clId="{152A3153-0D38-45FC-90F7-615C379851EC}" dt="2025-02-16T17:35:14.230" v="4305" actId="20577"/>
        <pc:sldMkLst>
          <pc:docMk/>
          <pc:sldMk cId="2701803853" sldId="483"/>
        </pc:sldMkLst>
      </pc:sldChg>
      <pc:sldChg chg="addSp modSp new mod">
        <pc:chgData name="Oleh Sapiha" userId="428cacb2-53de-4d16-9660-3abdc20ad1c8" providerId="ADAL" clId="{152A3153-0D38-45FC-90F7-615C379851EC}" dt="2025-02-16T17:05:04.124" v="4274" actId="20577"/>
        <pc:sldMkLst>
          <pc:docMk/>
          <pc:sldMk cId="3973579385" sldId="484"/>
        </pc:sldMkLst>
      </pc:sldChg>
      <pc:sldChg chg="new del">
        <pc:chgData name="Oleh Sapiha" userId="428cacb2-53de-4d16-9660-3abdc20ad1c8" providerId="ADAL" clId="{152A3153-0D38-45FC-90F7-615C379851EC}" dt="2025-02-15T19:25:46.863" v="3885" actId="47"/>
        <pc:sldMkLst>
          <pc:docMk/>
          <pc:sldMk cId="2450955453" sldId="485"/>
        </pc:sldMkLst>
      </pc:sldChg>
      <pc:sldChg chg="modSp add mod ord modTransition">
        <pc:chgData name="Oleh Sapiha" userId="428cacb2-53de-4d16-9660-3abdc20ad1c8" providerId="ADAL" clId="{152A3153-0D38-45FC-90F7-615C379851EC}" dt="2025-02-16T17:06:00.869" v="4280"/>
        <pc:sldMkLst>
          <pc:docMk/>
          <pc:sldMk cId="2076539657" sldId="638"/>
        </pc:sldMkLst>
      </pc:sldChg>
      <pc:sldChg chg="modSp add mod ord modTransition">
        <pc:chgData name="Oleh Sapiha" userId="428cacb2-53de-4d16-9660-3abdc20ad1c8" providerId="ADAL" clId="{152A3153-0D38-45FC-90F7-615C379851EC}" dt="2025-02-16T17:36:15.112" v="4318" actId="20577"/>
        <pc:sldMkLst>
          <pc:docMk/>
          <pc:sldMk cId="1926844166" sldId="648"/>
        </pc:sldMkLst>
      </pc:sldChg>
    </pc:docChg>
  </pc:docChgLst>
  <pc:docChgLst>
    <pc:chgData name="Oleh Sapiha" userId="428cacb2-53de-4d16-9660-3abdc20ad1c8" providerId="ADAL" clId="{F0B4EA3D-61E2-4C2D-BB4A-62EE043D2E56}"/>
    <pc:docChg chg="undo custSel addSld delSld modSld modSection">
      <pc:chgData name="Oleh Sapiha" userId="428cacb2-53de-4d16-9660-3abdc20ad1c8" providerId="ADAL" clId="{F0B4EA3D-61E2-4C2D-BB4A-62EE043D2E56}" dt="2025-04-08T08:07:57.615" v="4952" actId="20577"/>
      <pc:docMkLst>
        <pc:docMk/>
      </pc:docMkLst>
      <pc:sldChg chg="modSp mod">
        <pc:chgData name="Oleh Sapiha" userId="428cacb2-53de-4d16-9660-3abdc20ad1c8" providerId="ADAL" clId="{F0B4EA3D-61E2-4C2D-BB4A-62EE043D2E56}" dt="2025-03-29T21:48:56.240" v="35" actId="20577"/>
        <pc:sldMkLst>
          <pc:docMk/>
          <pc:sldMk cId="2329584670" sldId="443"/>
        </pc:sldMkLst>
        <pc:spChg chg="mod">
          <ac:chgData name="Oleh Sapiha" userId="428cacb2-53de-4d16-9660-3abdc20ad1c8" providerId="ADAL" clId="{F0B4EA3D-61E2-4C2D-BB4A-62EE043D2E56}" dt="2025-03-29T21:48:56.240" v="35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new del">
        <pc:chgData name="Oleh Sapiha" userId="428cacb2-53de-4d16-9660-3abdc20ad1c8" providerId="ADAL" clId="{F0B4EA3D-61E2-4C2D-BB4A-62EE043D2E56}" dt="2025-03-29T21:49:46.543" v="56" actId="680"/>
        <pc:sldMkLst>
          <pc:docMk/>
          <pc:sldMk cId="2815131718" sldId="444"/>
        </pc:sldMkLst>
      </pc:sldChg>
      <pc:sldChg chg="new del">
        <pc:chgData name="Oleh Sapiha" userId="428cacb2-53de-4d16-9660-3abdc20ad1c8" providerId="ADAL" clId="{F0B4EA3D-61E2-4C2D-BB4A-62EE043D2E56}" dt="2025-03-29T21:49:46.356" v="55" actId="680"/>
        <pc:sldMkLst>
          <pc:docMk/>
          <pc:sldMk cId="579774075" sldId="445"/>
        </pc:sldMkLst>
      </pc:sldChg>
      <pc:sldChg chg="del">
        <pc:chgData name="Oleh Sapiha" userId="428cacb2-53de-4d16-9660-3abdc20ad1c8" providerId="ADAL" clId="{F0B4EA3D-61E2-4C2D-BB4A-62EE043D2E56}" dt="2025-03-29T21:49:27.595" v="36" actId="47"/>
        <pc:sldMkLst>
          <pc:docMk/>
          <pc:sldMk cId="1765993274" sldId="456"/>
        </pc:sldMkLst>
      </pc:sldChg>
      <pc:sldChg chg="del">
        <pc:chgData name="Oleh Sapiha" userId="428cacb2-53de-4d16-9660-3abdc20ad1c8" providerId="ADAL" clId="{F0B4EA3D-61E2-4C2D-BB4A-62EE043D2E56}" dt="2025-03-29T21:49:28.123" v="37" actId="47"/>
        <pc:sldMkLst>
          <pc:docMk/>
          <pc:sldMk cId="2072862002" sldId="457"/>
        </pc:sldMkLst>
      </pc:sldChg>
      <pc:sldChg chg="del">
        <pc:chgData name="Oleh Sapiha" userId="428cacb2-53de-4d16-9660-3abdc20ad1c8" providerId="ADAL" clId="{F0B4EA3D-61E2-4C2D-BB4A-62EE043D2E56}" dt="2025-03-29T21:49:28.622" v="38" actId="47"/>
        <pc:sldMkLst>
          <pc:docMk/>
          <pc:sldMk cId="2753189611" sldId="459"/>
        </pc:sldMkLst>
      </pc:sldChg>
      <pc:sldChg chg="del">
        <pc:chgData name="Oleh Sapiha" userId="428cacb2-53de-4d16-9660-3abdc20ad1c8" providerId="ADAL" clId="{F0B4EA3D-61E2-4C2D-BB4A-62EE043D2E56}" dt="2025-03-29T21:49:28.685" v="39" actId="47"/>
        <pc:sldMkLst>
          <pc:docMk/>
          <pc:sldMk cId="2745221659" sldId="460"/>
        </pc:sldMkLst>
      </pc:sldChg>
      <pc:sldChg chg="del">
        <pc:chgData name="Oleh Sapiha" userId="428cacb2-53de-4d16-9660-3abdc20ad1c8" providerId="ADAL" clId="{F0B4EA3D-61E2-4C2D-BB4A-62EE043D2E56}" dt="2025-03-29T21:49:28.844" v="40" actId="47"/>
        <pc:sldMkLst>
          <pc:docMk/>
          <pc:sldMk cId="3422537393" sldId="461"/>
        </pc:sldMkLst>
      </pc:sldChg>
      <pc:sldChg chg="del">
        <pc:chgData name="Oleh Sapiha" userId="428cacb2-53de-4d16-9660-3abdc20ad1c8" providerId="ADAL" clId="{F0B4EA3D-61E2-4C2D-BB4A-62EE043D2E56}" dt="2025-03-29T21:49:28.876" v="41" actId="47"/>
        <pc:sldMkLst>
          <pc:docMk/>
          <pc:sldMk cId="3388035988" sldId="462"/>
        </pc:sldMkLst>
      </pc:sldChg>
      <pc:sldChg chg="del">
        <pc:chgData name="Oleh Sapiha" userId="428cacb2-53de-4d16-9660-3abdc20ad1c8" providerId="ADAL" clId="{F0B4EA3D-61E2-4C2D-BB4A-62EE043D2E56}" dt="2025-03-29T21:49:28.902" v="42" actId="47"/>
        <pc:sldMkLst>
          <pc:docMk/>
          <pc:sldMk cId="3955994714" sldId="463"/>
        </pc:sldMkLst>
      </pc:sldChg>
      <pc:sldChg chg="del">
        <pc:chgData name="Oleh Sapiha" userId="428cacb2-53de-4d16-9660-3abdc20ad1c8" providerId="ADAL" clId="{F0B4EA3D-61E2-4C2D-BB4A-62EE043D2E56}" dt="2025-03-29T21:49:28.963" v="43" actId="47"/>
        <pc:sldMkLst>
          <pc:docMk/>
          <pc:sldMk cId="4222195555" sldId="464"/>
        </pc:sldMkLst>
      </pc:sldChg>
      <pc:sldChg chg="del">
        <pc:chgData name="Oleh Sapiha" userId="428cacb2-53de-4d16-9660-3abdc20ad1c8" providerId="ADAL" clId="{F0B4EA3D-61E2-4C2D-BB4A-62EE043D2E56}" dt="2025-03-29T21:49:29.930" v="45" actId="47"/>
        <pc:sldMkLst>
          <pc:docMk/>
          <pc:sldMk cId="2279307265" sldId="465"/>
        </pc:sldMkLst>
      </pc:sldChg>
      <pc:sldChg chg="del">
        <pc:chgData name="Oleh Sapiha" userId="428cacb2-53de-4d16-9660-3abdc20ad1c8" providerId="ADAL" clId="{F0B4EA3D-61E2-4C2D-BB4A-62EE043D2E56}" dt="2025-03-29T21:49:29.435" v="44" actId="47"/>
        <pc:sldMkLst>
          <pc:docMk/>
          <pc:sldMk cId="1778314690" sldId="466"/>
        </pc:sldMkLst>
      </pc:sldChg>
      <pc:sldChg chg="del">
        <pc:chgData name="Oleh Sapiha" userId="428cacb2-53de-4d16-9660-3abdc20ad1c8" providerId="ADAL" clId="{F0B4EA3D-61E2-4C2D-BB4A-62EE043D2E56}" dt="2025-03-29T21:49:29.986" v="46" actId="47"/>
        <pc:sldMkLst>
          <pc:docMk/>
          <pc:sldMk cId="755936351" sldId="467"/>
        </pc:sldMkLst>
      </pc:sldChg>
      <pc:sldChg chg="del">
        <pc:chgData name="Oleh Sapiha" userId="428cacb2-53de-4d16-9660-3abdc20ad1c8" providerId="ADAL" clId="{F0B4EA3D-61E2-4C2D-BB4A-62EE043D2E56}" dt="2025-03-29T21:49:30.013" v="47" actId="47"/>
        <pc:sldMkLst>
          <pc:docMk/>
          <pc:sldMk cId="1535024673" sldId="468"/>
        </pc:sldMkLst>
      </pc:sldChg>
      <pc:sldChg chg="del">
        <pc:chgData name="Oleh Sapiha" userId="428cacb2-53de-4d16-9660-3abdc20ad1c8" providerId="ADAL" clId="{F0B4EA3D-61E2-4C2D-BB4A-62EE043D2E56}" dt="2025-03-29T21:49:30.488" v="48" actId="47"/>
        <pc:sldMkLst>
          <pc:docMk/>
          <pc:sldMk cId="806723896" sldId="469"/>
        </pc:sldMkLst>
      </pc:sldChg>
      <pc:sldChg chg="del">
        <pc:chgData name="Oleh Sapiha" userId="428cacb2-53de-4d16-9660-3abdc20ad1c8" providerId="ADAL" clId="{F0B4EA3D-61E2-4C2D-BB4A-62EE043D2E56}" dt="2025-03-29T21:49:30.680" v="49" actId="47"/>
        <pc:sldMkLst>
          <pc:docMk/>
          <pc:sldMk cId="987901788" sldId="470"/>
        </pc:sldMkLst>
      </pc:sldChg>
      <pc:sldChg chg="del">
        <pc:chgData name="Oleh Sapiha" userId="428cacb2-53de-4d16-9660-3abdc20ad1c8" providerId="ADAL" clId="{F0B4EA3D-61E2-4C2D-BB4A-62EE043D2E56}" dt="2025-03-29T21:49:31.310" v="50" actId="47"/>
        <pc:sldMkLst>
          <pc:docMk/>
          <pc:sldMk cId="2619807092" sldId="471"/>
        </pc:sldMkLst>
      </pc:sldChg>
      <pc:sldChg chg="del">
        <pc:chgData name="Oleh Sapiha" userId="428cacb2-53de-4d16-9660-3abdc20ad1c8" providerId="ADAL" clId="{F0B4EA3D-61E2-4C2D-BB4A-62EE043D2E56}" dt="2025-03-29T21:49:34.444" v="51" actId="47"/>
        <pc:sldMkLst>
          <pc:docMk/>
          <pc:sldMk cId="1608342160" sldId="472"/>
        </pc:sldMkLst>
      </pc:sldChg>
      <pc:sldChg chg="addSp delSp modSp add del mod">
        <pc:chgData name="Oleh Sapiha" userId="428cacb2-53de-4d16-9660-3abdc20ad1c8" providerId="ADAL" clId="{F0B4EA3D-61E2-4C2D-BB4A-62EE043D2E56}" dt="2025-03-29T22:49:00.852" v="331" actId="21"/>
        <pc:sldMkLst>
          <pc:docMk/>
          <pc:sldMk cId="3531799588" sldId="473"/>
        </pc:sldMkLst>
      </pc:sldChg>
      <pc:sldChg chg="new del">
        <pc:chgData name="Oleh Sapiha" userId="428cacb2-53de-4d16-9660-3abdc20ad1c8" providerId="ADAL" clId="{F0B4EA3D-61E2-4C2D-BB4A-62EE043D2E56}" dt="2025-03-29T22:00:33.753" v="132" actId="680"/>
        <pc:sldMkLst>
          <pc:docMk/>
          <pc:sldMk cId="531070137" sldId="474"/>
        </pc:sldMkLst>
      </pc:sldChg>
      <pc:sldChg chg="addSp modSp add mod">
        <pc:chgData name="Oleh Sapiha" userId="428cacb2-53de-4d16-9660-3abdc20ad1c8" providerId="ADAL" clId="{F0B4EA3D-61E2-4C2D-BB4A-62EE043D2E56}" dt="2025-03-29T22:34:21.883" v="266" actId="20577"/>
        <pc:sldMkLst>
          <pc:docMk/>
          <pc:sldMk cId="2384772946" sldId="474"/>
        </pc:sldMkLst>
      </pc:sldChg>
      <pc:sldChg chg="addSp modSp new mod">
        <pc:chgData name="Oleh Sapiha" userId="428cacb2-53de-4d16-9660-3abdc20ad1c8" providerId="ADAL" clId="{F0B4EA3D-61E2-4C2D-BB4A-62EE043D2E56}" dt="2025-04-04T18:03:06.584" v="1768" actId="20577"/>
        <pc:sldMkLst>
          <pc:docMk/>
          <pc:sldMk cId="3664065897" sldId="475"/>
        </pc:sldMkLst>
      </pc:sldChg>
      <pc:sldChg chg="modSp new mod">
        <pc:chgData name="Oleh Sapiha" userId="428cacb2-53de-4d16-9660-3abdc20ad1c8" providerId="ADAL" clId="{F0B4EA3D-61E2-4C2D-BB4A-62EE043D2E56}" dt="2025-03-30T00:10:06.472" v="1556" actId="20577"/>
        <pc:sldMkLst>
          <pc:docMk/>
          <pc:sldMk cId="3521901430" sldId="476"/>
        </pc:sldMkLst>
      </pc:sldChg>
      <pc:sldChg chg="addSp delSp modSp new mod">
        <pc:chgData name="Oleh Sapiha" userId="428cacb2-53de-4d16-9660-3abdc20ad1c8" providerId="ADAL" clId="{F0B4EA3D-61E2-4C2D-BB4A-62EE043D2E56}" dt="2025-03-30T17:03:30.715" v="1711" actId="14100"/>
        <pc:sldMkLst>
          <pc:docMk/>
          <pc:sldMk cId="3386079215" sldId="477"/>
        </pc:sldMkLst>
      </pc:sldChg>
      <pc:sldChg chg="addSp delSp modSp new mod">
        <pc:chgData name="Oleh Sapiha" userId="428cacb2-53de-4d16-9660-3abdc20ad1c8" providerId="ADAL" clId="{F0B4EA3D-61E2-4C2D-BB4A-62EE043D2E56}" dt="2025-03-29T23:47:21.592" v="864" actId="14100"/>
        <pc:sldMkLst>
          <pc:docMk/>
          <pc:sldMk cId="27243311" sldId="478"/>
        </pc:sldMkLst>
      </pc:sldChg>
      <pc:sldChg chg="addSp delSp modSp new mod">
        <pc:chgData name="Oleh Sapiha" userId="428cacb2-53de-4d16-9660-3abdc20ad1c8" providerId="ADAL" clId="{F0B4EA3D-61E2-4C2D-BB4A-62EE043D2E56}" dt="2025-04-05T21:13:57.097" v="2969" actId="1076"/>
        <pc:sldMkLst>
          <pc:docMk/>
          <pc:sldMk cId="1389490194" sldId="479"/>
        </pc:sldMkLst>
      </pc:sldChg>
      <pc:sldChg chg="addSp modSp new mod">
        <pc:chgData name="Oleh Sapiha" userId="428cacb2-53de-4d16-9660-3abdc20ad1c8" providerId="ADAL" clId="{F0B4EA3D-61E2-4C2D-BB4A-62EE043D2E56}" dt="2025-04-04T19:19:04.392" v="1880" actId="1076"/>
        <pc:sldMkLst>
          <pc:docMk/>
          <pc:sldMk cId="548008724" sldId="480"/>
        </pc:sldMkLst>
      </pc:sldChg>
      <pc:sldChg chg="addSp delSp modSp new mod">
        <pc:chgData name="Oleh Sapiha" userId="428cacb2-53de-4d16-9660-3abdc20ad1c8" providerId="ADAL" clId="{F0B4EA3D-61E2-4C2D-BB4A-62EE043D2E56}" dt="2025-03-30T17:04:59.697" v="1721" actId="20577"/>
        <pc:sldMkLst>
          <pc:docMk/>
          <pc:sldMk cId="3845177092" sldId="481"/>
        </pc:sldMkLst>
      </pc:sldChg>
      <pc:sldChg chg="modSp new mod">
        <pc:chgData name="Oleh Sapiha" userId="428cacb2-53de-4d16-9660-3abdc20ad1c8" providerId="ADAL" clId="{F0B4EA3D-61E2-4C2D-BB4A-62EE043D2E56}" dt="2025-03-30T17:05:57.463" v="1765" actId="20577"/>
        <pc:sldMkLst>
          <pc:docMk/>
          <pc:sldMk cId="3337532829" sldId="482"/>
        </pc:sldMkLst>
      </pc:sldChg>
      <pc:sldChg chg="addSp delSp modSp new mod">
        <pc:chgData name="Oleh Sapiha" userId="428cacb2-53de-4d16-9660-3abdc20ad1c8" providerId="ADAL" clId="{F0B4EA3D-61E2-4C2D-BB4A-62EE043D2E56}" dt="2025-04-08T08:07:57.615" v="4952" actId="20577"/>
        <pc:sldMkLst>
          <pc:docMk/>
          <pc:sldMk cId="4194008276" sldId="483"/>
        </pc:sldMkLst>
      </pc:sldChg>
      <pc:sldChg chg="addSp delSp modSp new mod">
        <pc:chgData name="Oleh Sapiha" userId="428cacb2-53de-4d16-9660-3abdc20ad1c8" providerId="ADAL" clId="{F0B4EA3D-61E2-4C2D-BB4A-62EE043D2E56}" dt="2025-04-04T19:38:47.832" v="2016" actId="1076"/>
        <pc:sldMkLst>
          <pc:docMk/>
          <pc:sldMk cId="1455685869" sldId="484"/>
        </pc:sldMkLst>
      </pc:sldChg>
      <pc:sldChg chg="addSp modSp new mod">
        <pc:chgData name="Oleh Sapiha" userId="428cacb2-53de-4d16-9660-3abdc20ad1c8" providerId="ADAL" clId="{F0B4EA3D-61E2-4C2D-BB4A-62EE043D2E56}" dt="2025-04-04T19:50:55.186" v="2160" actId="20577"/>
        <pc:sldMkLst>
          <pc:docMk/>
          <pc:sldMk cId="3261857410" sldId="485"/>
        </pc:sldMkLst>
      </pc:sldChg>
      <pc:sldChg chg="addSp modSp new mod">
        <pc:chgData name="Oleh Sapiha" userId="428cacb2-53de-4d16-9660-3abdc20ad1c8" providerId="ADAL" clId="{F0B4EA3D-61E2-4C2D-BB4A-62EE043D2E56}" dt="2025-04-04T20:11:29.996" v="2245" actId="1076"/>
        <pc:sldMkLst>
          <pc:docMk/>
          <pc:sldMk cId="4147873371" sldId="486"/>
        </pc:sldMkLst>
      </pc:sldChg>
      <pc:sldChg chg="addSp delSp modSp new mod">
        <pc:chgData name="Oleh Sapiha" userId="428cacb2-53de-4d16-9660-3abdc20ad1c8" providerId="ADAL" clId="{F0B4EA3D-61E2-4C2D-BB4A-62EE043D2E56}" dt="2025-04-04T20:19:48.055" v="2361" actId="14100"/>
        <pc:sldMkLst>
          <pc:docMk/>
          <pc:sldMk cId="958433397" sldId="487"/>
        </pc:sldMkLst>
      </pc:sldChg>
      <pc:sldChg chg="addSp modSp new mod">
        <pc:chgData name="Oleh Sapiha" userId="428cacb2-53de-4d16-9660-3abdc20ad1c8" providerId="ADAL" clId="{F0B4EA3D-61E2-4C2D-BB4A-62EE043D2E56}" dt="2025-04-04T20:28:55.365" v="2427"/>
        <pc:sldMkLst>
          <pc:docMk/>
          <pc:sldMk cId="3286433932" sldId="488"/>
        </pc:sldMkLst>
      </pc:sldChg>
      <pc:sldChg chg="addSp delSp modSp new mod">
        <pc:chgData name="Oleh Sapiha" userId="428cacb2-53de-4d16-9660-3abdc20ad1c8" providerId="ADAL" clId="{F0B4EA3D-61E2-4C2D-BB4A-62EE043D2E56}" dt="2025-04-06T20:04:40.552" v="4751" actId="20577"/>
        <pc:sldMkLst>
          <pc:docMk/>
          <pc:sldMk cId="1288275516" sldId="489"/>
        </pc:sldMkLst>
        <pc:spChg chg="mod">
          <ac:chgData name="Oleh Sapiha" userId="428cacb2-53de-4d16-9660-3abdc20ad1c8" providerId="ADAL" clId="{F0B4EA3D-61E2-4C2D-BB4A-62EE043D2E56}" dt="2025-04-06T20:04:40.552" v="4751" actId="20577"/>
          <ac:spMkLst>
            <pc:docMk/>
            <pc:sldMk cId="1288275516" sldId="489"/>
            <ac:spMk id="2" creationId="{4886DA80-67B6-2937-803C-51D15254BCE0}"/>
          </ac:spMkLst>
        </pc:spChg>
      </pc:sldChg>
      <pc:sldChg chg="addSp delSp modSp new mod">
        <pc:chgData name="Oleh Sapiha" userId="428cacb2-53de-4d16-9660-3abdc20ad1c8" providerId="ADAL" clId="{F0B4EA3D-61E2-4C2D-BB4A-62EE043D2E56}" dt="2025-04-05T21:13:49.382" v="2967" actId="1076"/>
        <pc:sldMkLst>
          <pc:docMk/>
          <pc:sldMk cId="3324814965" sldId="490"/>
        </pc:sldMkLst>
      </pc:sldChg>
      <pc:sldChg chg="addSp delSp modSp new mod">
        <pc:chgData name="Oleh Sapiha" userId="428cacb2-53de-4d16-9660-3abdc20ad1c8" providerId="ADAL" clId="{F0B4EA3D-61E2-4C2D-BB4A-62EE043D2E56}" dt="2025-04-05T21:13:42.600" v="2965" actId="1076"/>
        <pc:sldMkLst>
          <pc:docMk/>
          <pc:sldMk cId="3859846894" sldId="491"/>
        </pc:sldMkLst>
      </pc:sldChg>
      <pc:sldChg chg="addSp delSp modSp new mod">
        <pc:chgData name="Oleh Sapiha" userId="428cacb2-53de-4d16-9660-3abdc20ad1c8" providerId="ADAL" clId="{F0B4EA3D-61E2-4C2D-BB4A-62EE043D2E56}" dt="2025-04-06T08:34:26.100" v="3685" actId="14100"/>
        <pc:sldMkLst>
          <pc:docMk/>
          <pc:sldMk cId="3430701223" sldId="492"/>
        </pc:sldMkLst>
      </pc:sldChg>
      <pc:sldChg chg="addSp delSp modSp new mod">
        <pc:chgData name="Oleh Sapiha" userId="428cacb2-53de-4d16-9660-3abdc20ad1c8" providerId="ADAL" clId="{F0B4EA3D-61E2-4C2D-BB4A-62EE043D2E56}" dt="2025-04-06T09:44:28.658" v="3986" actId="20577"/>
        <pc:sldMkLst>
          <pc:docMk/>
          <pc:sldMk cId="2713241549" sldId="493"/>
        </pc:sldMkLst>
      </pc:sldChg>
      <pc:sldChg chg="addSp delSp modSp new del">
        <pc:chgData name="Oleh Sapiha" userId="428cacb2-53de-4d16-9660-3abdc20ad1c8" providerId="ADAL" clId="{F0B4EA3D-61E2-4C2D-BB4A-62EE043D2E56}" dt="2025-04-05T21:27:27.366" v="3208" actId="47"/>
        <pc:sldMkLst>
          <pc:docMk/>
          <pc:sldMk cId="3623884122" sldId="494"/>
        </pc:sldMkLst>
      </pc:sldChg>
      <pc:sldChg chg="addSp delSp modSp add mod setBg">
        <pc:chgData name="Oleh Sapiha" userId="428cacb2-53de-4d16-9660-3abdc20ad1c8" providerId="ADAL" clId="{F0B4EA3D-61E2-4C2D-BB4A-62EE043D2E56}" dt="2025-04-06T18:11:32.671" v="4230" actId="20577"/>
        <pc:sldMkLst>
          <pc:docMk/>
          <pc:sldMk cId="3236021325" sldId="495"/>
        </pc:sldMkLst>
      </pc:sldChg>
      <pc:sldChg chg="new del">
        <pc:chgData name="Oleh Sapiha" userId="428cacb2-53de-4d16-9660-3abdc20ad1c8" providerId="ADAL" clId="{F0B4EA3D-61E2-4C2D-BB4A-62EE043D2E56}" dt="2025-04-05T21:26:25.574" v="3165" actId="47"/>
        <pc:sldMkLst>
          <pc:docMk/>
          <pc:sldMk cId="876617465" sldId="496"/>
        </pc:sldMkLst>
      </pc:sldChg>
      <pc:sldChg chg="addSp delSp modSp add mod setBg">
        <pc:chgData name="Oleh Sapiha" userId="428cacb2-53de-4d16-9660-3abdc20ad1c8" providerId="ADAL" clId="{F0B4EA3D-61E2-4C2D-BB4A-62EE043D2E56}" dt="2025-04-06T19:37:22.002" v="4370" actId="113"/>
        <pc:sldMkLst>
          <pc:docMk/>
          <pc:sldMk cId="2225027173" sldId="497"/>
        </pc:sldMkLst>
      </pc:sldChg>
      <pc:sldChg chg="modSp new del mod">
        <pc:chgData name="Oleh Sapiha" userId="428cacb2-53de-4d16-9660-3abdc20ad1c8" providerId="ADAL" clId="{F0B4EA3D-61E2-4C2D-BB4A-62EE043D2E56}" dt="2025-04-05T21:27:25.165" v="3207" actId="47"/>
        <pc:sldMkLst>
          <pc:docMk/>
          <pc:sldMk cId="3796449597" sldId="498"/>
        </pc:sldMkLst>
      </pc:sldChg>
      <pc:sldChg chg="addSp delSp modSp add mod">
        <pc:chgData name="Oleh Sapiha" userId="428cacb2-53de-4d16-9660-3abdc20ad1c8" providerId="ADAL" clId="{F0B4EA3D-61E2-4C2D-BB4A-62EE043D2E56}" dt="2025-04-06T19:44:00.351" v="4533" actId="14100"/>
        <pc:sldMkLst>
          <pc:docMk/>
          <pc:sldMk cId="486177311" sldId="499"/>
        </pc:sldMkLst>
      </pc:sldChg>
      <pc:sldChg chg="new del">
        <pc:chgData name="Oleh Sapiha" userId="428cacb2-53de-4d16-9660-3abdc20ad1c8" providerId="ADAL" clId="{F0B4EA3D-61E2-4C2D-BB4A-62EE043D2E56}" dt="2025-04-05T21:27:23.643" v="3206" actId="47"/>
        <pc:sldMkLst>
          <pc:docMk/>
          <pc:sldMk cId="2807999193" sldId="500"/>
        </pc:sldMkLst>
      </pc:sldChg>
      <pc:sldChg chg="addSp delSp modSp add mod setBg">
        <pc:chgData name="Oleh Sapiha" userId="428cacb2-53de-4d16-9660-3abdc20ad1c8" providerId="ADAL" clId="{F0B4EA3D-61E2-4C2D-BB4A-62EE043D2E56}" dt="2025-04-06T18:26:26.441" v="4279" actId="20577"/>
        <pc:sldMkLst>
          <pc:docMk/>
          <pc:sldMk cId="1185487232" sldId="501"/>
        </pc:sldMkLst>
      </pc:sldChg>
      <pc:sldChg chg="new del">
        <pc:chgData name="Oleh Sapiha" userId="428cacb2-53de-4d16-9660-3abdc20ad1c8" providerId="ADAL" clId="{F0B4EA3D-61E2-4C2D-BB4A-62EE043D2E56}" dt="2025-04-05T21:28:20.647" v="3225" actId="47"/>
        <pc:sldMkLst>
          <pc:docMk/>
          <pc:sldMk cId="283706203" sldId="502"/>
        </pc:sldMkLst>
      </pc:sldChg>
      <pc:sldChg chg="addSp delSp modSp add mod setBg">
        <pc:chgData name="Oleh Sapiha" userId="428cacb2-53de-4d16-9660-3abdc20ad1c8" providerId="ADAL" clId="{F0B4EA3D-61E2-4C2D-BB4A-62EE043D2E56}" dt="2025-04-06T19:45:20.411" v="4546" actId="21"/>
        <pc:sldMkLst>
          <pc:docMk/>
          <pc:sldMk cId="1964753979" sldId="503"/>
        </pc:sldMkLst>
      </pc:sldChg>
      <pc:sldChg chg="new del">
        <pc:chgData name="Oleh Sapiha" userId="428cacb2-53de-4d16-9660-3abdc20ad1c8" providerId="ADAL" clId="{F0B4EA3D-61E2-4C2D-BB4A-62EE043D2E56}" dt="2025-04-05T21:28:19.359" v="3224" actId="47"/>
        <pc:sldMkLst>
          <pc:docMk/>
          <pc:sldMk cId="1907864014" sldId="504"/>
        </pc:sldMkLst>
      </pc:sldChg>
      <pc:sldChg chg="add del">
        <pc:chgData name="Oleh Sapiha" userId="428cacb2-53de-4d16-9660-3abdc20ad1c8" providerId="ADAL" clId="{F0B4EA3D-61E2-4C2D-BB4A-62EE043D2E56}" dt="2025-04-05T21:58:35.488" v="3508" actId="47"/>
        <pc:sldMkLst>
          <pc:docMk/>
          <pc:sldMk cId="264856575" sldId="505"/>
        </pc:sldMkLst>
      </pc:sldChg>
      <pc:sldChg chg="addSp delSp modSp add mod">
        <pc:chgData name="Oleh Sapiha" userId="428cacb2-53de-4d16-9660-3abdc20ad1c8" providerId="ADAL" clId="{F0B4EA3D-61E2-4C2D-BB4A-62EE043D2E56}" dt="2025-04-06T19:51:23.137" v="4606" actId="113"/>
        <pc:sldMkLst>
          <pc:docMk/>
          <pc:sldMk cId="1237471496" sldId="506"/>
        </pc:sldMkLst>
      </pc:sldChg>
      <pc:sldChg chg="new del">
        <pc:chgData name="Oleh Sapiha" userId="428cacb2-53de-4d16-9660-3abdc20ad1c8" providerId="ADAL" clId="{F0B4EA3D-61E2-4C2D-BB4A-62EE043D2E56}" dt="2025-04-05T21:39:09.594" v="3413" actId="47"/>
        <pc:sldMkLst>
          <pc:docMk/>
          <pc:sldMk cId="1124293832" sldId="507"/>
        </pc:sldMkLst>
      </pc:sldChg>
      <pc:sldChg chg="addSp delSp modSp new del">
        <pc:chgData name="Oleh Sapiha" userId="428cacb2-53de-4d16-9660-3abdc20ad1c8" providerId="ADAL" clId="{F0B4EA3D-61E2-4C2D-BB4A-62EE043D2E56}" dt="2025-04-05T21:32:51.096" v="3352" actId="47"/>
        <pc:sldMkLst>
          <pc:docMk/>
          <pc:sldMk cId="2741350090" sldId="507"/>
        </pc:sldMkLst>
      </pc:sldChg>
      <pc:sldChg chg="addSp delSp modSp add mod">
        <pc:chgData name="Oleh Sapiha" userId="428cacb2-53de-4d16-9660-3abdc20ad1c8" providerId="ADAL" clId="{F0B4EA3D-61E2-4C2D-BB4A-62EE043D2E56}" dt="2025-04-06T19:45:37.144" v="4552" actId="113"/>
        <pc:sldMkLst>
          <pc:docMk/>
          <pc:sldMk cId="4017990043" sldId="508"/>
        </pc:sldMkLst>
      </pc:sldChg>
      <pc:sldChg chg="new del">
        <pc:chgData name="Oleh Sapiha" userId="428cacb2-53de-4d16-9660-3abdc20ad1c8" providerId="ADAL" clId="{F0B4EA3D-61E2-4C2D-BB4A-62EE043D2E56}" dt="2025-04-06T09:54:22.910" v="4149" actId="680"/>
        <pc:sldMkLst>
          <pc:docMk/>
          <pc:sldMk cId="1678690988" sldId="509"/>
        </pc:sldMkLst>
      </pc:sldChg>
      <pc:sldChg chg="addSp modSp new mod">
        <pc:chgData name="Oleh Sapiha" userId="428cacb2-53de-4d16-9660-3abdc20ad1c8" providerId="ADAL" clId="{F0B4EA3D-61E2-4C2D-BB4A-62EE043D2E56}" dt="2025-04-06T20:04:59.163" v="4758" actId="1076"/>
        <pc:sldMkLst>
          <pc:docMk/>
          <pc:sldMk cId="2340237617" sldId="509"/>
        </pc:sldMkLst>
      </pc:sldChg>
      <pc:sldChg chg="new del">
        <pc:chgData name="Oleh Sapiha" userId="428cacb2-53de-4d16-9660-3abdc20ad1c8" providerId="ADAL" clId="{F0B4EA3D-61E2-4C2D-BB4A-62EE043D2E56}" dt="2025-04-06T19:50:05.640" v="4602" actId="47"/>
        <pc:sldMkLst>
          <pc:docMk/>
          <pc:sldMk cId="4288651867" sldId="509"/>
        </pc:sldMkLst>
      </pc:sldChg>
      <pc:sldChg chg="addSp delSp modSp new mod">
        <pc:chgData name="Oleh Sapiha" userId="428cacb2-53de-4d16-9660-3abdc20ad1c8" providerId="ADAL" clId="{F0B4EA3D-61E2-4C2D-BB4A-62EE043D2E56}" dt="2025-04-07T19:43:34.340" v="4803" actId="1076"/>
        <pc:sldMkLst>
          <pc:docMk/>
          <pc:sldMk cId="3836312112" sldId="510"/>
        </pc:sldMkLst>
      </pc:sldChg>
      <pc:sldChg chg="delSp modSp new mod">
        <pc:chgData name="Oleh Sapiha" userId="428cacb2-53de-4d16-9660-3abdc20ad1c8" providerId="ADAL" clId="{F0B4EA3D-61E2-4C2D-BB4A-62EE043D2E56}" dt="2025-04-07T19:44:28.862" v="4849" actId="1076"/>
        <pc:sldMkLst>
          <pc:docMk/>
          <pc:sldMk cId="732486878" sldId="511"/>
        </pc:sldMkLst>
      </pc:sldChg>
    </pc:docChg>
  </pc:docChgLst>
  <pc:docChgLst>
    <pc:chgData name="Oleh Sapiha" userId="428cacb2-53de-4d16-9660-3abdc20ad1c8" providerId="ADAL" clId="{A7187551-92E2-4010-9354-DE2B53A36A7A}"/>
    <pc:docChg chg="delSld modSld">
      <pc:chgData name="Oleh Sapiha" userId="428cacb2-53de-4d16-9660-3abdc20ad1c8" providerId="ADAL" clId="{A7187551-92E2-4010-9354-DE2B53A36A7A}" dt="2025-02-16T17:39:15.706" v="89" actId="47"/>
      <pc:docMkLst>
        <pc:docMk/>
      </pc:docMkLst>
      <pc:sldChg chg="modSp mod">
        <pc:chgData name="Oleh Sapiha" userId="428cacb2-53de-4d16-9660-3abdc20ad1c8" providerId="ADAL" clId="{A7187551-92E2-4010-9354-DE2B53A36A7A}" dt="2025-02-16T17:39:01.135" v="67" actId="20577"/>
        <pc:sldMkLst>
          <pc:docMk/>
          <pc:sldMk cId="2329584670" sldId="443"/>
        </pc:sldMkLst>
        <pc:spChg chg="mod">
          <ac:chgData name="Oleh Sapiha" userId="428cacb2-53de-4d16-9660-3abdc20ad1c8" providerId="ADAL" clId="{A7187551-92E2-4010-9354-DE2B53A36A7A}" dt="2025-02-16T17:39:01.135" v="67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A7187551-92E2-4010-9354-DE2B53A36A7A}" dt="2025-02-16T17:39:08.067" v="69" actId="47"/>
        <pc:sldMkLst>
          <pc:docMk/>
          <pc:sldMk cId="1994461870" sldId="450"/>
        </pc:sldMkLst>
      </pc:sldChg>
      <pc:sldChg chg="del">
        <pc:chgData name="Oleh Sapiha" userId="428cacb2-53de-4d16-9660-3abdc20ad1c8" providerId="ADAL" clId="{A7187551-92E2-4010-9354-DE2B53A36A7A}" dt="2025-02-16T17:39:08.519" v="70" actId="47"/>
        <pc:sldMkLst>
          <pc:docMk/>
          <pc:sldMk cId="3549903136" sldId="451"/>
        </pc:sldMkLst>
      </pc:sldChg>
      <pc:sldChg chg="del">
        <pc:chgData name="Oleh Sapiha" userId="428cacb2-53de-4d16-9660-3abdc20ad1c8" providerId="ADAL" clId="{A7187551-92E2-4010-9354-DE2B53A36A7A}" dt="2025-02-16T17:39:08.763" v="71" actId="47"/>
        <pc:sldMkLst>
          <pc:docMk/>
          <pc:sldMk cId="2888051416" sldId="452"/>
        </pc:sldMkLst>
      </pc:sldChg>
      <pc:sldChg chg="del">
        <pc:chgData name="Oleh Sapiha" userId="428cacb2-53de-4d16-9660-3abdc20ad1c8" providerId="ADAL" clId="{A7187551-92E2-4010-9354-DE2B53A36A7A}" dt="2025-02-16T17:39:10.882" v="77" actId="47"/>
        <pc:sldMkLst>
          <pc:docMk/>
          <pc:sldMk cId="63954483" sldId="453"/>
        </pc:sldMkLst>
      </pc:sldChg>
      <pc:sldChg chg="del">
        <pc:chgData name="Oleh Sapiha" userId="428cacb2-53de-4d16-9660-3abdc20ad1c8" providerId="ADAL" clId="{A7187551-92E2-4010-9354-DE2B53A36A7A}" dt="2025-02-16T17:39:11.037" v="78" actId="47"/>
        <pc:sldMkLst>
          <pc:docMk/>
          <pc:sldMk cId="2709745367" sldId="454"/>
        </pc:sldMkLst>
      </pc:sldChg>
      <pc:sldChg chg="del">
        <pc:chgData name="Oleh Sapiha" userId="428cacb2-53de-4d16-9660-3abdc20ad1c8" providerId="ADAL" clId="{A7187551-92E2-4010-9354-DE2B53A36A7A}" dt="2025-02-16T17:39:11.201" v="79" actId="47"/>
        <pc:sldMkLst>
          <pc:docMk/>
          <pc:sldMk cId="58178867" sldId="455"/>
        </pc:sldMkLst>
      </pc:sldChg>
      <pc:sldChg chg="del">
        <pc:chgData name="Oleh Sapiha" userId="428cacb2-53de-4d16-9660-3abdc20ad1c8" providerId="ADAL" clId="{A7187551-92E2-4010-9354-DE2B53A36A7A}" dt="2025-02-16T17:39:11.391" v="80" actId="47"/>
        <pc:sldMkLst>
          <pc:docMk/>
          <pc:sldMk cId="10330257" sldId="457"/>
        </pc:sldMkLst>
      </pc:sldChg>
      <pc:sldChg chg="del">
        <pc:chgData name="Oleh Sapiha" userId="428cacb2-53de-4d16-9660-3abdc20ad1c8" providerId="ADAL" clId="{A7187551-92E2-4010-9354-DE2B53A36A7A}" dt="2025-02-16T17:39:12.010" v="81" actId="47"/>
        <pc:sldMkLst>
          <pc:docMk/>
          <pc:sldMk cId="2420150187" sldId="458"/>
        </pc:sldMkLst>
      </pc:sldChg>
      <pc:sldChg chg="del">
        <pc:chgData name="Oleh Sapiha" userId="428cacb2-53de-4d16-9660-3abdc20ad1c8" providerId="ADAL" clId="{A7187551-92E2-4010-9354-DE2B53A36A7A}" dt="2025-02-16T17:39:12.195" v="82" actId="47"/>
        <pc:sldMkLst>
          <pc:docMk/>
          <pc:sldMk cId="3547136736" sldId="459"/>
        </pc:sldMkLst>
      </pc:sldChg>
      <pc:sldChg chg="del">
        <pc:chgData name="Oleh Sapiha" userId="428cacb2-53de-4d16-9660-3abdc20ad1c8" providerId="ADAL" clId="{A7187551-92E2-4010-9354-DE2B53A36A7A}" dt="2025-02-16T17:39:12.408" v="83" actId="47"/>
        <pc:sldMkLst>
          <pc:docMk/>
          <pc:sldMk cId="2788681174" sldId="460"/>
        </pc:sldMkLst>
      </pc:sldChg>
      <pc:sldChg chg="del">
        <pc:chgData name="Oleh Sapiha" userId="428cacb2-53de-4d16-9660-3abdc20ad1c8" providerId="ADAL" clId="{A7187551-92E2-4010-9354-DE2B53A36A7A}" dt="2025-02-16T17:39:13.008" v="84" actId="47"/>
        <pc:sldMkLst>
          <pc:docMk/>
          <pc:sldMk cId="4169556365" sldId="461"/>
        </pc:sldMkLst>
      </pc:sldChg>
      <pc:sldChg chg="del">
        <pc:chgData name="Oleh Sapiha" userId="428cacb2-53de-4d16-9660-3abdc20ad1c8" providerId="ADAL" clId="{A7187551-92E2-4010-9354-DE2B53A36A7A}" dt="2025-02-16T17:39:15.706" v="89" actId="47"/>
        <pc:sldMkLst>
          <pc:docMk/>
          <pc:sldMk cId="1404378807" sldId="463"/>
        </pc:sldMkLst>
      </pc:sldChg>
      <pc:sldChg chg="del">
        <pc:chgData name="Oleh Sapiha" userId="428cacb2-53de-4d16-9660-3abdc20ad1c8" providerId="ADAL" clId="{A7187551-92E2-4010-9354-DE2B53A36A7A}" dt="2025-02-16T17:39:07.474" v="68" actId="47"/>
        <pc:sldMkLst>
          <pc:docMk/>
          <pc:sldMk cId="3549345143" sldId="470"/>
        </pc:sldMkLst>
      </pc:sldChg>
      <pc:sldChg chg="del">
        <pc:chgData name="Oleh Sapiha" userId="428cacb2-53de-4d16-9660-3abdc20ad1c8" providerId="ADAL" clId="{A7187551-92E2-4010-9354-DE2B53A36A7A}" dt="2025-02-16T17:39:09.199" v="72" actId="47"/>
        <pc:sldMkLst>
          <pc:docMk/>
          <pc:sldMk cId="2974913787" sldId="471"/>
        </pc:sldMkLst>
      </pc:sldChg>
      <pc:sldChg chg="del">
        <pc:chgData name="Oleh Sapiha" userId="428cacb2-53de-4d16-9660-3abdc20ad1c8" providerId="ADAL" clId="{A7187551-92E2-4010-9354-DE2B53A36A7A}" dt="2025-02-16T17:39:10.036" v="74" actId="47"/>
        <pc:sldMkLst>
          <pc:docMk/>
          <pc:sldMk cId="3117632224" sldId="472"/>
        </pc:sldMkLst>
      </pc:sldChg>
      <pc:sldChg chg="del">
        <pc:chgData name="Oleh Sapiha" userId="428cacb2-53de-4d16-9660-3abdc20ad1c8" providerId="ADAL" clId="{A7187551-92E2-4010-9354-DE2B53A36A7A}" dt="2025-02-16T17:39:10.207" v="75" actId="47"/>
        <pc:sldMkLst>
          <pc:docMk/>
          <pc:sldMk cId="1002541627" sldId="474"/>
        </pc:sldMkLst>
      </pc:sldChg>
      <pc:sldChg chg="del">
        <pc:chgData name="Oleh Sapiha" userId="428cacb2-53de-4d16-9660-3abdc20ad1c8" providerId="ADAL" clId="{A7187551-92E2-4010-9354-DE2B53A36A7A}" dt="2025-02-16T17:39:09.381" v="73" actId="47"/>
        <pc:sldMkLst>
          <pc:docMk/>
          <pc:sldMk cId="1107308591" sldId="475"/>
        </pc:sldMkLst>
      </pc:sldChg>
      <pc:sldChg chg="del">
        <pc:chgData name="Oleh Sapiha" userId="428cacb2-53de-4d16-9660-3abdc20ad1c8" providerId="ADAL" clId="{A7187551-92E2-4010-9354-DE2B53A36A7A}" dt="2025-02-16T17:39:10.707" v="76" actId="47"/>
        <pc:sldMkLst>
          <pc:docMk/>
          <pc:sldMk cId="2536629842" sldId="477"/>
        </pc:sldMkLst>
      </pc:sldChg>
      <pc:sldChg chg="del">
        <pc:chgData name="Oleh Sapiha" userId="428cacb2-53de-4d16-9660-3abdc20ad1c8" providerId="ADAL" clId="{A7187551-92E2-4010-9354-DE2B53A36A7A}" dt="2025-02-16T17:39:14.816" v="88" actId="47"/>
        <pc:sldMkLst>
          <pc:docMk/>
          <pc:sldMk cId="2701803853" sldId="483"/>
        </pc:sldMkLst>
      </pc:sldChg>
      <pc:sldChg chg="del">
        <pc:chgData name="Oleh Sapiha" userId="428cacb2-53de-4d16-9660-3abdc20ad1c8" providerId="ADAL" clId="{A7187551-92E2-4010-9354-DE2B53A36A7A}" dt="2025-02-16T17:39:13.228" v="85" actId="47"/>
        <pc:sldMkLst>
          <pc:docMk/>
          <pc:sldMk cId="3973579385" sldId="484"/>
        </pc:sldMkLst>
      </pc:sldChg>
      <pc:sldChg chg="del">
        <pc:chgData name="Oleh Sapiha" userId="428cacb2-53de-4d16-9660-3abdc20ad1c8" providerId="ADAL" clId="{A7187551-92E2-4010-9354-DE2B53A36A7A}" dt="2025-02-16T17:39:14.191" v="87" actId="47"/>
        <pc:sldMkLst>
          <pc:docMk/>
          <pc:sldMk cId="2076539657" sldId="638"/>
        </pc:sldMkLst>
      </pc:sldChg>
      <pc:sldChg chg="del">
        <pc:chgData name="Oleh Sapiha" userId="428cacb2-53de-4d16-9660-3abdc20ad1c8" providerId="ADAL" clId="{A7187551-92E2-4010-9354-DE2B53A36A7A}" dt="2025-02-16T17:39:13.582" v="86" actId="47"/>
        <pc:sldMkLst>
          <pc:docMk/>
          <pc:sldMk cId="1926844166" sldId="648"/>
        </pc:sldMkLst>
      </pc:sldChg>
    </pc:docChg>
  </pc:docChgLst>
  <pc:docChgLst>
    <pc:chgData name="Oleh Sapiha" userId="428cacb2-53de-4d16-9660-3abdc20ad1c8" providerId="ADAL" clId="{97F96628-7C24-479B-8377-5F9F3B9D86AA}"/>
    <pc:docChg chg="undo redo custSel addSld delSld modSld sldOrd">
      <pc:chgData name="Oleh Sapiha" userId="428cacb2-53de-4d16-9660-3abdc20ad1c8" providerId="ADAL" clId="{97F96628-7C24-479B-8377-5F9F3B9D86AA}" dt="2025-03-03T07:49:59.631" v="4088" actId="20577"/>
      <pc:docMkLst>
        <pc:docMk/>
      </pc:docMkLst>
      <pc:sldChg chg="modSp mod">
        <pc:chgData name="Oleh Sapiha" userId="428cacb2-53de-4d16-9660-3abdc20ad1c8" providerId="ADAL" clId="{97F96628-7C24-479B-8377-5F9F3B9D86AA}" dt="2025-02-23T18:39:49.109" v="70" actId="20577"/>
        <pc:sldMkLst>
          <pc:docMk/>
          <pc:sldMk cId="2329584670" sldId="443"/>
        </pc:sldMkLst>
        <pc:spChg chg="mod">
          <ac:chgData name="Oleh Sapiha" userId="428cacb2-53de-4d16-9660-3abdc20ad1c8" providerId="ADAL" clId="{97F96628-7C24-479B-8377-5F9F3B9D86AA}" dt="2025-02-23T18:39:49.109" v="70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addSp modSp mod ord">
        <pc:chgData name="Oleh Sapiha" userId="428cacb2-53de-4d16-9660-3abdc20ad1c8" providerId="ADAL" clId="{97F96628-7C24-479B-8377-5F9F3B9D86AA}" dt="2025-03-01T18:49:48.549" v="1605" actId="1036"/>
        <pc:sldMkLst>
          <pc:docMk/>
          <pc:sldMk cId="4132324653" sldId="449"/>
        </pc:sldMkLst>
      </pc:sldChg>
      <pc:sldChg chg="addSp delSp modSp mod">
        <pc:chgData name="Oleh Sapiha" userId="428cacb2-53de-4d16-9660-3abdc20ad1c8" providerId="ADAL" clId="{97F96628-7C24-479B-8377-5F9F3B9D86AA}" dt="2025-03-01T18:25:47.400" v="725" actId="20577"/>
        <pc:sldMkLst>
          <pc:docMk/>
          <pc:sldMk cId="1765993274" sldId="456"/>
        </pc:sldMkLst>
      </pc:sldChg>
      <pc:sldChg chg="del">
        <pc:chgData name="Oleh Sapiha" userId="428cacb2-53de-4d16-9660-3abdc20ad1c8" providerId="ADAL" clId="{97F96628-7C24-479B-8377-5F9F3B9D86AA}" dt="2025-03-01T19:58:56.380" v="1793" actId="47"/>
        <pc:sldMkLst>
          <pc:docMk/>
          <pc:sldMk cId="2343708112" sldId="464"/>
        </pc:sldMkLst>
      </pc:sldChg>
      <pc:sldChg chg="del">
        <pc:chgData name="Oleh Sapiha" userId="428cacb2-53de-4d16-9660-3abdc20ad1c8" providerId="ADAL" clId="{97F96628-7C24-479B-8377-5F9F3B9D86AA}" dt="2025-03-01T19:59:00.339" v="1794" actId="47"/>
        <pc:sldMkLst>
          <pc:docMk/>
          <pc:sldMk cId="3379264577" sldId="465"/>
        </pc:sldMkLst>
      </pc:sldChg>
      <pc:sldChg chg="ord">
        <pc:chgData name="Oleh Sapiha" userId="428cacb2-53de-4d16-9660-3abdc20ad1c8" providerId="ADAL" clId="{97F96628-7C24-479B-8377-5F9F3B9D86AA}" dt="2025-03-01T20:48:26.332" v="1932"/>
        <pc:sldMkLst>
          <pc:docMk/>
          <pc:sldMk cId="379119414" sldId="466"/>
        </pc:sldMkLst>
      </pc:sldChg>
      <pc:sldChg chg="del ord">
        <pc:chgData name="Oleh Sapiha" userId="428cacb2-53de-4d16-9660-3abdc20ad1c8" providerId="ADAL" clId="{97F96628-7C24-479B-8377-5F9F3B9D86AA}" dt="2025-03-03T07:46:22.378" v="4083" actId="47"/>
        <pc:sldMkLst>
          <pc:docMk/>
          <pc:sldMk cId="3530720515" sldId="467"/>
        </pc:sldMkLst>
      </pc:sldChg>
      <pc:sldChg chg="addSp modSp mod">
        <pc:chgData name="Oleh Sapiha" userId="428cacb2-53de-4d16-9660-3abdc20ad1c8" providerId="ADAL" clId="{97F96628-7C24-479B-8377-5F9F3B9D86AA}" dt="2025-03-02T18:19:23.863" v="4082" actId="20577"/>
        <pc:sldMkLst>
          <pc:docMk/>
          <pc:sldMk cId="1281674115" sldId="468"/>
        </pc:sldMkLst>
      </pc:sldChg>
      <pc:sldChg chg="del">
        <pc:chgData name="Oleh Sapiha" userId="428cacb2-53de-4d16-9660-3abdc20ad1c8" providerId="ADAL" clId="{97F96628-7C24-479B-8377-5F9F3B9D86AA}" dt="2025-03-01T19:59:17.537" v="1795" actId="47"/>
        <pc:sldMkLst>
          <pc:docMk/>
          <pc:sldMk cId="60225377" sldId="469"/>
        </pc:sldMkLst>
      </pc:sldChg>
      <pc:sldChg chg="modSp new mod">
        <pc:chgData name="Oleh Sapiha" userId="428cacb2-53de-4d16-9660-3abdc20ad1c8" providerId="ADAL" clId="{97F96628-7C24-479B-8377-5F9F3B9D86AA}" dt="2025-03-02T12:40:27.136" v="2599" actId="20577"/>
        <pc:sldMkLst>
          <pc:docMk/>
          <pc:sldMk cId="1730020682" sldId="470"/>
        </pc:sldMkLst>
      </pc:sldChg>
      <pc:sldChg chg="addSp delSp modSp new mod">
        <pc:chgData name="Oleh Sapiha" userId="428cacb2-53de-4d16-9660-3abdc20ad1c8" providerId="ADAL" clId="{97F96628-7C24-479B-8377-5F9F3B9D86AA}" dt="2025-03-01T21:26:58.652" v="2094"/>
        <pc:sldMkLst>
          <pc:docMk/>
          <pc:sldMk cId="2127116729" sldId="471"/>
        </pc:sldMkLst>
      </pc:sldChg>
      <pc:sldChg chg="addSp delSp modSp new mod">
        <pc:chgData name="Oleh Sapiha" userId="428cacb2-53de-4d16-9660-3abdc20ad1c8" providerId="ADAL" clId="{97F96628-7C24-479B-8377-5F9F3B9D86AA}" dt="2025-03-01T22:23:05.843" v="2575" actId="1037"/>
        <pc:sldMkLst>
          <pc:docMk/>
          <pc:sldMk cId="610011081" sldId="472"/>
        </pc:sldMkLst>
      </pc:sldChg>
      <pc:sldChg chg="addSp delSp modSp new mod ord">
        <pc:chgData name="Oleh Sapiha" userId="428cacb2-53de-4d16-9660-3abdc20ad1c8" providerId="ADAL" clId="{97F96628-7C24-479B-8377-5F9F3B9D86AA}" dt="2025-03-01T22:23:20.116" v="2583" actId="14100"/>
        <pc:sldMkLst>
          <pc:docMk/>
          <pc:sldMk cId="871389061" sldId="473"/>
        </pc:sldMkLst>
      </pc:sldChg>
      <pc:sldChg chg="addSp delSp modSp new mod">
        <pc:chgData name="Oleh Sapiha" userId="428cacb2-53de-4d16-9660-3abdc20ad1c8" providerId="ADAL" clId="{97F96628-7C24-479B-8377-5F9F3B9D86AA}" dt="2025-03-02T18:05:09.416" v="3510"/>
        <pc:sldMkLst>
          <pc:docMk/>
          <pc:sldMk cId="1707642403" sldId="474"/>
        </pc:sldMkLst>
      </pc:sldChg>
      <pc:sldChg chg="addSp delSp modSp new mod ord">
        <pc:chgData name="Oleh Sapiha" userId="428cacb2-53de-4d16-9660-3abdc20ad1c8" providerId="ADAL" clId="{97F96628-7C24-479B-8377-5F9F3B9D86AA}" dt="2025-03-01T21:37:02.128" v="2269" actId="20577"/>
        <pc:sldMkLst>
          <pc:docMk/>
          <pc:sldMk cId="862975912" sldId="475"/>
        </pc:sldMkLst>
      </pc:sldChg>
      <pc:sldChg chg="addSp delSp modSp new del mod ord">
        <pc:chgData name="Oleh Sapiha" userId="428cacb2-53de-4d16-9660-3abdc20ad1c8" providerId="ADAL" clId="{97F96628-7C24-479B-8377-5F9F3B9D86AA}" dt="2025-03-01T21:44:15.508" v="2412" actId="47"/>
        <pc:sldMkLst>
          <pc:docMk/>
          <pc:sldMk cId="2799909651" sldId="476"/>
        </pc:sldMkLst>
      </pc:sldChg>
      <pc:sldChg chg="addSp delSp modSp add mod ord">
        <pc:chgData name="Oleh Sapiha" userId="428cacb2-53de-4d16-9660-3abdc20ad1c8" providerId="ADAL" clId="{97F96628-7C24-479B-8377-5F9F3B9D86AA}" dt="2025-03-01T21:44:10.135" v="2411"/>
        <pc:sldMkLst>
          <pc:docMk/>
          <pc:sldMk cId="601106765" sldId="477"/>
        </pc:sldMkLst>
      </pc:sldChg>
      <pc:sldChg chg="new del">
        <pc:chgData name="Oleh Sapiha" userId="428cacb2-53de-4d16-9660-3abdc20ad1c8" providerId="ADAL" clId="{97F96628-7C24-479B-8377-5F9F3B9D86AA}" dt="2025-03-01T19:58:38.876" v="1785" actId="47"/>
        <pc:sldMkLst>
          <pc:docMk/>
          <pc:sldMk cId="633034240" sldId="477"/>
        </pc:sldMkLst>
      </pc:sldChg>
      <pc:sldChg chg="addSp delSp modSp new mod ord">
        <pc:chgData name="Oleh Sapiha" userId="428cacb2-53de-4d16-9660-3abdc20ad1c8" providerId="ADAL" clId="{97F96628-7C24-479B-8377-5F9F3B9D86AA}" dt="2025-03-01T21:35:12.350" v="2239" actId="1037"/>
        <pc:sldMkLst>
          <pc:docMk/>
          <pc:sldMk cId="3390287130" sldId="478"/>
        </pc:sldMkLst>
      </pc:sldChg>
      <pc:sldChg chg="addSp delSp modSp new mod">
        <pc:chgData name="Oleh Sapiha" userId="428cacb2-53de-4d16-9660-3abdc20ad1c8" providerId="ADAL" clId="{97F96628-7C24-479B-8377-5F9F3B9D86AA}" dt="2025-03-01T21:37:32.216" v="2276" actId="1038"/>
        <pc:sldMkLst>
          <pc:docMk/>
          <pc:sldMk cId="2345525927" sldId="479"/>
        </pc:sldMkLst>
      </pc:sldChg>
      <pc:sldChg chg="addSp modSp new mod">
        <pc:chgData name="Oleh Sapiha" userId="428cacb2-53de-4d16-9660-3abdc20ad1c8" providerId="ADAL" clId="{97F96628-7C24-479B-8377-5F9F3B9D86AA}" dt="2025-03-03T07:49:59.631" v="4088" actId="20577"/>
        <pc:sldMkLst>
          <pc:docMk/>
          <pc:sldMk cId="1954496923" sldId="480"/>
        </pc:sldMkLst>
      </pc:sldChg>
      <pc:sldChg chg="addSp delSp modSp new mod">
        <pc:chgData name="Oleh Sapiha" userId="428cacb2-53de-4d16-9660-3abdc20ad1c8" providerId="ADAL" clId="{97F96628-7C24-479B-8377-5F9F3B9D86AA}" dt="2025-03-02T16:26:57.691" v="2629" actId="1037"/>
        <pc:sldMkLst>
          <pc:docMk/>
          <pc:sldMk cId="418386657" sldId="481"/>
        </pc:sldMkLst>
      </pc:sldChg>
      <pc:sldChg chg="addSp delSp modSp new mod">
        <pc:chgData name="Oleh Sapiha" userId="428cacb2-53de-4d16-9660-3abdc20ad1c8" providerId="ADAL" clId="{97F96628-7C24-479B-8377-5F9F3B9D86AA}" dt="2025-03-02T18:06:05.197" v="3523" actId="1038"/>
        <pc:sldMkLst>
          <pc:docMk/>
          <pc:sldMk cId="1175832756" sldId="482"/>
        </pc:sldMkLst>
      </pc:sldChg>
      <pc:sldChg chg="addSp delSp modSp new mod">
        <pc:chgData name="Oleh Sapiha" userId="428cacb2-53de-4d16-9660-3abdc20ad1c8" providerId="ADAL" clId="{97F96628-7C24-479B-8377-5F9F3B9D86AA}" dt="2025-03-02T18:14:41.067" v="4039" actId="1036"/>
        <pc:sldMkLst>
          <pc:docMk/>
          <pc:sldMk cId="3179526613" sldId="483"/>
        </pc:sldMkLst>
      </pc:sldChg>
      <pc:sldChg chg="addSp modSp new mod">
        <pc:chgData name="Oleh Sapiha" userId="428cacb2-53de-4d16-9660-3abdc20ad1c8" providerId="ADAL" clId="{97F96628-7C24-479B-8377-5F9F3B9D86AA}" dt="2025-03-02T17:13:36.664" v="3050" actId="57"/>
        <pc:sldMkLst>
          <pc:docMk/>
          <pc:sldMk cId="3476827996" sldId="484"/>
        </pc:sldMkLst>
      </pc:sldChg>
      <pc:sldChg chg="modSp new mod">
        <pc:chgData name="Oleh Sapiha" userId="428cacb2-53de-4d16-9660-3abdc20ad1c8" providerId="ADAL" clId="{97F96628-7C24-479B-8377-5F9F3B9D86AA}" dt="2025-03-02T17:15:15.371" v="3106" actId="20577"/>
        <pc:sldMkLst>
          <pc:docMk/>
          <pc:sldMk cId="1800604475" sldId="485"/>
        </pc:sldMkLst>
      </pc:sldChg>
      <pc:sldChg chg="modSp new del mod">
        <pc:chgData name="Oleh Sapiha" userId="428cacb2-53de-4d16-9660-3abdc20ad1c8" providerId="ADAL" clId="{97F96628-7C24-479B-8377-5F9F3B9D86AA}" dt="2025-03-02T17:16:54.730" v="3253" actId="47"/>
        <pc:sldMkLst>
          <pc:docMk/>
          <pc:sldMk cId="1102451405" sldId="486"/>
        </pc:sldMkLst>
      </pc:sldChg>
      <pc:sldChg chg="addSp delSp modSp new mod">
        <pc:chgData name="Oleh Sapiha" userId="428cacb2-53de-4d16-9660-3abdc20ad1c8" providerId="ADAL" clId="{97F96628-7C24-479B-8377-5F9F3B9D86AA}" dt="2025-03-02T17:16:39.778" v="3252" actId="20577"/>
        <pc:sldMkLst>
          <pc:docMk/>
          <pc:sldMk cId="1722219316" sldId="487"/>
        </pc:sldMkLst>
      </pc:sldChg>
      <pc:sldChg chg="modSp new del mod">
        <pc:chgData name="Oleh Sapiha" userId="428cacb2-53de-4d16-9660-3abdc20ad1c8" providerId="ADAL" clId="{97F96628-7C24-479B-8377-5F9F3B9D86AA}" dt="2025-03-02T17:58:08.655" v="3500" actId="47"/>
        <pc:sldMkLst>
          <pc:docMk/>
          <pc:sldMk cId="2167519732" sldId="488"/>
        </pc:sldMkLst>
      </pc:sldChg>
      <pc:sldChg chg="addSp modSp new mod ord">
        <pc:chgData name="Oleh Sapiha" userId="428cacb2-53de-4d16-9660-3abdc20ad1c8" providerId="ADAL" clId="{97F96628-7C24-479B-8377-5F9F3B9D86AA}" dt="2025-03-02T18:15:13.963" v="4041"/>
        <pc:sldMkLst>
          <pc:docMk/>
          <pc:sldMk cId="388280369" sldId="489"/>
        </pc:sldMkLst>
      </pc:sldChg>
      <pc:sldChg chg="addSp delSp modSp new mod ord">
        <pc:chgData name="Oleh Sapiha" userId="428cacb2-53de-4d16-9660-3abdc20ad1c8" providerId="ADAL" clId="{97F96628-7C24-479B-8377-5F9F3B9D86AA}" dt="2025-03-02T18:15:13.963" v="4041"/>
        <pc:sldMkLst>
          <pc:docMk/>
          <pc:sldMk cId="1761920039" sldId="490"/>
        </pc:sldMkLst>
      </pc:sldChg>
    </pc:docChg>
  </pc:docChgLst>
  <pc:docChgLst>
    <pc:chgData name="Oleh Sapiha" userId="428cacb2-53de-4d16-9660-3abdc20ad1c8" providerId="ADAL" clId="{18B4763E-5533-4AB3-88C2-1B82E0015EA9}"/>
    <pc:docChg chg="undo redo custSel addSld delSld modSld sldOrd">
      <pc:chgData name="Oleh Sapiha" userId="428cacb2-53de-4d16-9660-3abdc20ad1c8" providerId="ADAL" clId="{18B4763E-5533-4AB3-88C2-1B82E0015EA9}" dt="2025-03-09T21:09:13.410" v="3356" actId="1076"/>
      <pc:docMkLst>
        <pc:docMk/>
      </pc:docMkLst>
      <pc:sldChg chg="ord">
        <pc:chgData name="Oleh Sapiha" userId="428cacb2-53de-4d16-9660-3abdc20ad1c8" providerId="ADAL" clId="{18B4763E-5533-4AB3-88C2-1B82E0015EA9}" dt="2025-03-08T19:23:19.063" v="826"/>
        <pc:sldMkLst>
          <pc:docMk/>
          <pc:sldMk cId="3372854313" sldId="363"/>
        </pc:sldMkLst>
      </pc:sldChg>
      <pc:sldChg chg="modSp mod">
        <pc:chgData name="Oleh Sapiha" userId="428cacb2-53de-4d16-9660-3abdc20ad1c8" providerId="ADAL" clId="{18B4763E-5533-4AB3-88C2-1B82E0015EA9}" dt="2025-03-08T18:15:16.102" v="66" actId="20577"/>
        <pc:sldMkLst>
          <pc:docMk/>
          <pc:sldMk cId="2329584670" sldId="443"/>
        </pc:sldMkLst>
        <pc:spChg chg="mod">
          <ac:chgData name="Oleh Sapiha" userId="428cacb2-53de-4d16-9660-3abdc20ad1c8" providerId="ADAL" clId="{18B4763E-5533-4AB3-88C2-1B82E0015EA9}" dt="2025-03-08T18:15:16.102" v="66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18B4763E-5533-4AB3-88C2-1B82E0015EA9}" dt="2025-03-08T18:15:22.519" v="70" actId="47"/>
        <pc:sldMkLst>
          <pc:docMk/>
          <pc:sldMk cId="4132324653" sldId="449"/>
        </pc:sldMkLst>
      </pc:sldChg>
      <pc:sldChg chg="addSp modSp mod">
        <pc:chgData name="Oleh Sapiha" userId="428cacb2-53de-4d16-9660-3abdc20ad1c8" providerId="ADAL" clId="{18B4763E-5533-4AB3-88C2-1B82E0015EA9}" dt="2025-03-08T18:35:01.194" v="374" actId="14100"/>
        <pc:sldMkLst>
          <pc:docMk/>
          <pc:sldMk cId="1765993274" sldId="456"/>
        </pc:sldMkLst>
      </pc:sldChg>
      <pc:sldChg chg="modSp new mod">
        <pc:chgData name="Oleh Sapiha" userId="428cacb2-53de-4d16-9660-3abdc20ad1c8" providerId="ADAL" clId="{18B4763E-5533-4AB3-88C2-1B82E0015EA9}" dt="2025-03-08T18:35:32.459" v="383" actId="1038"/>
        <pc:sldMkLst>
          <pc:docMk/>
          <pc:sldMk cId="95385083" sldId="457"/>
        </pc:sldMkLst>
      </pc:sldChg>
      <pc:sldChg chg="addSp delSp modSp new mod">
        <pc:chgData name="Oleh Sapiha" userId="428cacb2-53de-4d16-9660-3abdc20ad1c8" providerId="ADAL" clId="{18B4763E-5533-4AB3-88C2-1B82E0015EA9}" dt="2025-03-09T20:43:28.453" v="3169" actId="1076"/>
        <pc:sldMkLst>
          <pc:docMk/>
          <pc:sldMk cId="3609555581" sldId="458"/>
        </pc:sldMkLst>
      </pc:sldChg>
      <pc:sldChg chg="addSp delSp modSp new mod">
        <pc:chgData name="Oleh Sapiha" userId="428cacb2-53de-4d16-9660-3abdc20ad1c8" providerId="ADAL" clId="{18B4763E-5533-4AB3-88C2-1B82E0015EA9}" dt="2025-03-08T19:30:54.072" v="923" actId="20577"/>
        <pc:sldMkLst>
          <pc:docMk/>
          <pc:sldMk cId="2790693309" sldId="459"/>
        </pc:sldMkLst>
      </pc:sldChg>
      <pc:sldChg chg="addSp delSp modSp new mod">
        <pc:chgData name="Oleh Sapiha" userId="428cacb2-53de-4d16-9660-3abdc20ad1c8" providerId="ADAL" clId="{18B4763E-5533-4AB3-88C2-1B82E0015EA9}" dt="2025-03-08T20:21:33.918" v="1356" actId="17032"/>
        <pc:sldMkLst>
          <pc:docMk/>
          <pc:sldMk cId="2211014217" sldId="460"/>
        </pc:sldMkLst>
      </pc:sldChg>
      <pc:sldChg chg="addSp delSp modSp new mod">
        <pc:chgData name="Oleh Sapiha" userId="428cacb2-53de-4d16-9660-3abdc20ad1c8" providerId="ADAL" clId="{18B4763E-5533-4AB3-88C2-1B82E0015EA9}" dt="2025-03-08T19:54:33.925" v="1172" actId="20577"/>
        <pc:sldMkLst>
          <pc:docMk/>
          <pc:sldMk cId="3717059390" sldId="461"/>
        </pc:sldMkLst>
      </pc:sldChg>
      <pc:sldChg chg="new del">
        <pc:chgData name="Oleh Sapiha" userId="428cacb2-53de-4d16-9660-3abdc20ad1c8" providerId="ADAL" clId="{18B4763E-5533-4AB3-88C2-1B82E0015EA9}" dt="2025-03-08T19:53:50.251" v="1123" actId="680"/>
        <pc:sldMkLst>
          <pc:docMk/>
          <pc:sldMk cId="305342603" sldId="462"/>
        </pc:sldMkLst>
      </pc:sldChg>
      <pc:sldChg chg="addSp delSp modSp new mod">
        <pc:chgData name="Oleh Sapiha" userId="428cacb2-53de-4d16-9660-3abdc20ad1c8" providerId="ADAL" clId="{18B4763E-5533-4AB3-88C2-1B82E0015EA9}" dt="2025-03-08T20:01:19.704" v="1232" actId="20577"/>
        <pc:sldMkLst>
          <pc:docMk/>
          <pc:sldMk cId="2183596730" sldId="462"/>
        </pc:sldMkLst>
      </pc:sldChg>
      <pc:sldChg chg="new del">
        <pc:chgData name="Oleh Sapiha" userId="428cacb2-53de-4d16-9660-3abdc20ad1c8" providerId="ADAL" clId="{18B4763E-5533-4AB3-88C2-1B82E0015EA9}" dt="2025-03-08T19:54:14.513" v="1137" actId="680"/>
        <pc:sldMkLst>
          <pc:docMk/>
          <pc:sldMk cId="3446251071" sldId="462"/>
        </pc:sldMkLst>
      </pc:sldChg>
      <pc:sldChg chg="addSp delSp modSp new mod">
        <pc:chgData name="Oleh Sapiha" userId="428cacb2-53de-4d16-9660-3abdc20ad1c8" providerId="ADAL" clId="{18B4763E-5533-4AB3-88C2-1B82E0015EA9}" dt="2025-03-08T20:30:50.623" v="1502" actId="113"/>
        <pc:sldMkLst>
          <pc:docMk/>
          <pc:sldMk cId="1130092430" sldId="463"/>
        </pc:sldMkLst>
      </pc:sldChg>
      <pc:sldChg chg="new add del">
        <pc:chgData name="Oleh Sapiha" userId="428cacb2-53de-4d16-9660-3abdc20ad1c8" providerId="ADAL" clId="{18B4763E-5533-4AB3-88C2-1B82E0015EA9}" dt="2025-03-08T19:54:14.241" v="1136" actId="680"/>
        <pc:sldMkLst>
          <pc:docMk/>
          <pc:sldMk cId="2747922189" sldId="463"/>
        </pc:sldMkLst>
      </pc:sldChg>
      <pc:sldChg chg="addSp delSp modSp new mod ord">
        <pc:chgData name="Oleh Sapiha" userId="428cacb2-53de-4d16-9660-3abdc20ad1c8" providerId="ADAL" clId="{18B4763E-5533-4AB3-88C2-1B82E0015EA9}" dt="2025-03-08T20:17:45.261" v="1342"/>
        <pc:sldMkLst>
          <pc:docMk/>
          <pc:sldMk cId="719924982" sldId="464"/>
        </pc:sldMkLst>
      </pc:sldChg>
      <pc:sldChg chg="new add del">
        <pc:chgData name="Oleh Sapiha" userId="428cacb2-53de-4d16-9660-3abdc20ad1c8" providerId="ADAL" clId="{18B4763E-5533-4AB3-88C2-1B82E0015EA9}" dt="2025-03-08T19:54:14.026" v="1135" actId="680"/>
        <pc:sldMkLst>
          <pc:docMk/>
          <pc:sldMk cId="932041602" sldId="464"/>
        </pc:sldMkLst>
      </pc:sldChg>
      <pc:sldChg chg="new del">
        <pc:chgData name="Oleh Sapiha" userId="428cacb2-53de-4d16-9660-3abdc20ad1c8" providerId="ADAL" clId="{18B4763E-5533-4AB3-88C2-1B82E0015EA9}" dt="2025-03-08T20:08:37.593" v="1261" actId="680"/>
        <pc:sldMkLst>
          <pc:docMk/>
          <pc:sldMk cId="935248185" sldId="464"/>
        </pc:sldMkLst>
      </pc:sldChg>
      <pc:sldChg chg="addSp delSp modSp new mod">
        <pc:chgData name="Oleh Sapiha" userId="428cacb2-53de-4d16-9660-3abdc20ad1c8" providerId="ADAL" clId="{18B4763E-5533-4AB3-88C2-1B82E0015EA9}" dt="2025-03-09T20:23:35.113" v="2793" actId="20577"/>
        <pc:sldMkLst>
          <pc:docMk/>
          <pc:sldMk cId="65863185" sldId="465"/>
        </pc:sldMkLst>
      </pc:sldChg>
      <pc:sldChg chg="new add del">
        <pc:chgData name="Oleh Sapiha" userId="428cacb2-53de-4d16-9660-3abdc20ad1c8" providerId="ADAL" clId="{18B4763E-5533-4AB3-88C2-1B82E0015EA9}" dt="2025-03-08T19:54:13.841" v="1134" actId="680"/>
        <pc:sldMkLst>
          <pc:docMk/>
          <pc:sldMk cId="4181414776" sldId="465"/>
        </pc:sldMkLst>
      </pc:sldChg>
      <pc:sldChg chg="del">
        <pc:chgData name="Oleh Sapiha" userId="428cacb2-53de-4d16-9660-3abdc20ad1c8" providerId="ADAL" clId="{18B4763E-5533-4AB3-88C2-1B82E0015EA9}" dt="2025-03-08T18:15:27.715" v="87" actId="47"/>
        <pc:sldMkLst>
          <pc:docMk/>
          <pc:sldMk cId="379119414" sldId="466"/>
        </pc:sldMkLst>
      </pc:sldChg>
      <pc:sldChg chg="addSp delSp modSp new mod">
        <pc:chgData name="Oleh Sapiha" userId="428cacb2-53de-4d16-9660-3abdc20ad1c8" providerId="ADAL" clId="{18B4763E-5533-4AB3-88C2-1B82E0015EA9}" dt="2025-03-09T20:42:58.599" v="3166" actId="14100"/>
        <pc:sldMkLst>
          <pc:docMk/>
          <pc:sldMk cId="1775773908" sldId="466"/>
        </pc:sldMkLst>
      </pc:sldChg>
      <pc:sldChg chg="addSp delSp modSp new mod">
        <pc:chgData name="Oleh Sapiha" userId="428cacb2-53de-4d16-9660-3abdc20ad1c8" providerId="ADAL" clId="{18B4763E-5533-4AB3-88C2-1B82E0015EA9}" dt="2025-03-09T20:25:08.371" v="2820"/>
        <pc:sldMkLst>
          <pc:docMk/>
          <pc:sldMk cId="1400113854" sldId="467"/>
        </pc:sldMkLst>
      </pc:sldChg>
      <pc:sldChg chg="del">
        <pc:chgData name="Oleh Sapiha" userId="428cacb2-53de-4d16-9660-3abdc20ad1c8" providerId="ADAL" clId="{18B4763E-5533-4AB3-88C2-1B82E0015EA9}" dt="2025-03-08T18:15:26.673" v="86" actId="47"/>
        <pc:sldMkLst>
          <pc:docMk/>
          <pc:sldMk cId="1281674115" sldId="468"/>
        </pc:sldMkLst>
      </pc:sldChg>
      <pc:sldChg chg="addSp delSp modSp new mod">
        <pc:chgData name="Oleh Sapiha" userId="428cacb2-53de-4d16-9660-3abdc20ad1c8" providerId="ADAL" clId="{18B4763E-5533-4AB3-88C2-1B82E0015EA9}" dt="2025-03-09T20:53:59.753" v="3178" actId="1037"/>
        <pc:sldMkLst>
          <pc:docMk/>
          <pc:sldMk cId="2579702639" sldId="468"/>
        </pc:sldMkLst>
      </pc:sldChg>
      <pc:sldChg chg="addSp delSp modSp new mod ord">
        <pc:chgData name="Oleh Sapiha" userId="428cacb2-53de-4d16-9660-3abdc20ad1c8" providerId="ADAL" clId="{18B4763E-5533-4AB3-88C2-1B82E0015EA9}" dt="2025-03-09T20:31:06.895" v="2939"/>
        <pc:sldMkLst>
          <pc:docMk/>
          <pc:sldMk cId="1307945181" sldId="469"/>
        </pc:sldMkLst>
      </pc:sldChg>
      <pc:sldChg chg="addSp delSp modSp new mod">
        <pc:chgData name="Oleh Sapiha" userId="428cacb2-53de-4d16-9660-3abdc20ad1c8" providerId="ADAL" clId="{18B4763E-5533-4AB3-88C2-1B82E0015EA9}" dt="2025-03-09T20:56:26.590" v="3199" actId="1076"/>
        <pc:sldMkLst>
          <pc:docMk/>
          <pc:sldMk cId="302959650" sldId="470"/>
        </pc:sldMkLst>
      </pc:sldChg>
      <pc:sldChg chg="del">
        <pc:chgData name="Oleh Sapiha" userId="428cacb2-53de-4d16-9660-3abdc20ad1c8" providerId="ADAL" clId="{18B4763E-5533-4AB3-88C2-1B82E0015EA9}" dt="2025-03-08T18:15:21.710" v="67" actId="47"/>
        <pc:sldMkLst>
          <pc:docMk/>
          <pc:sldMk cId="1730020682" sldId="470"/>
        </pc:sldMkLst>
      </pc:sldChg>
      <pc:sldChg chg="del">
        <pc:chgData name="Oleh Sapiha" userId="428cacb2-53de-4d16-9660-3abdc20ad1c8" providerId="ADAL" clId="{18B4763E-5533-4AB3-88C2-1B82E0015EA9}" dt="2025-03-08T18:15:22.023" v="68" actId="47"/>
        <pc:sldMkLst>
          <pc:docMk/>
          <pc:sldMk cId="2127116729" sldId="471"/>
        </pc:sldMkLst>
      </pc:sldChg>
      <pc:sldChg chg="addSp delSp modSp new mod">
        <pc:chgData name="Oleh Sapiha" userId="428cacb2-53de-4d16-9660-3abdc20ad1c8" providerId="ADAL" clId="{18B4763E-5533-4AB3-88C2-1B82E0015EA9}" dt="2025-03-09T21:05:37.981" v="3285" actId="1076"/>
        <pc:sldMkLst>
          <pc:docMk/>
          <pc:sldMk cId="2719084507" sldId="471"/>
        </pc:sldMkLst>
      </pc:sldChg>
      <pc:sldChg chg="del">
        <pc:chgData name="Oleh Sapiha" userId="428cacb2-53de-4d16-9660-3abdc20ad1c8" providerId="ADAL" clId="{18B4763E-5533-4AB3-88C2-1B82E0015EA9}" dt="2025-03-08T18:15:23.931" v="77" actId="47"/>
        <pc:sldMkLst>
          <pc:docMk/>
          <pc:sldMk cId="610011081" sldId="472"/>
        </pc:sldMkLst>
      </pc:sldChg>
      <pc:sldChg chg="modSp new mod">
        <pc:chgData name="Oleh Sapiha" userId="428cacb2-53de-4d16-9660-3abdc20ad1c8" providerId="ADAL" clId="{18B4763E-5533-4AB3-88C2-1B82E0015EA9}" dt="2025-03-09T21:09:13.410" v="3356" actId="1076"/>
        <pc:sldMkLst>
          <pc:docMk/>
          <pc:sldMk cId="3905671238" sldId="472"/>
        </pc:sldMkLst>
      </pc:sldChg>
      <pc:sldChg chg="del">
        <pc:chgData name="Oleh Sapiha" userId="428cacb2-53de-4d16-9660-3abdc20ad1c8" providerId="ADAL" clId="{18B4763E-5533-4AB3-88C2-1B82E0015EA9}" dt="2025-03-08T18:15:23.775" v="76" actId="47"/>
        <pc:sldMkLst>
          <pc:docMk/>
          <pc:sldMk cId="871389061" sldId="473"/>
        </pc:sldMkLst>
      </pc:sldChg>
      <pc:sldChg chg="del">
        <pc:chgData name="Oleh Sapiha" userId="428cacb2-53de-4d16-9660-3abdc20ad1c8" providerId="ADAL" clId="{18B4763E-5533-4AB3-88C2-1B82E0015EA9}" dt="2025-03-08T18:15:22.260" v="69" actId="47"/>
        <pc:sldMkLst>
          <pc:docMk/>
          <pc:sldMk cId="1707642403" sldId="474"/>
        </pc:sldMkLst>
      </pc:sldChg>
      <pc:sldChg chg="del">
        <pc:chgData name="Oleh Sapiha" userId="428cacb2-53de-4d16-9660-3abdc20ad1c8" providerId="ADAL" clId="{18B4763E-5533-4AB3-88C2-1B82E0015EA9}" dt="2025-03-08T18:15:22.826" v="72" actId="47"/>
        <pc:sldMkLst>
          <pc:docMk/>
          <pc:sldMk cId="862975912" sldId="475"/>
        </pc:sldMkLst>
      </pc:sldChg>
      <pc:sldChg chg="del">
        <pc:chgData name="Oleh Sapiha" userId="428cacb2-53de-4d16-9660-3abdc20ad1c8" providerId="ADAL" clId="{18B4763E-5533-4AB3-88C2-1B82E0015EA9}" dt="2025-03-08T18:15:24.100" v="78" actId="47"/>
        <pc:sldMkLst>
          <pc:docMk/>
          <pc:sldMk cId="601106765" sldId="477"/>
        </pc:sldMkLst>
      </pc:sldChg>
      <pc:sldChg chg="del">
        <pc:chgData name="Oleh Sapiha" userId="428cacb2-53de-4d16-9660-3abdc20ad1c8" providerId="ADAL" clId="{18B4763E-5533-4AB3-88C2-1B82E0015EA9}" dt="2025-03-08T18:15:22.726" v="71" actId="47"/>
        <pc:sldMkLst>
          <pc:docMk/>
          <pc:sldMk cId="3390287130" sldId="478"/>
        </pc:sldMkLst>
      </pc:sldChg>
      <pc:sldChg chg="del">
        <pc:chgData name="Oleh Sapiha" userId="428cacb2-53de-4d16-9660-3abdc20ad1c8" providerId="ADAL" clId="{18B4763E-5533-4AB3-88C2-1B82E0015EA9}" dt="2025-03-08T18:15:22.976" v="73" actId="47"/>
        <pc:sldMkLst>
          <pc:docMk/>
          <pc:sldMk cId="2345525927" sldId="479"/>
        </pc:sldMkLst>
      </pc:sldChg>
      <pc:sldChg chg="del">
        <pc:chgData name="Oleh Sapiha" userId="428cacb2-53de-4d16-9660-3abdc20ad1c8" providerId="ADAL" clId="{18B4763E-5533-4AB3-88C2-1B82E0015EA9}" dt="2025-03-08T18:15:23.119" v="74" actId="47"/>
        <pc:sldMkLst>
          <pc:docMk/>
          <pc:sldMk cId="1954496923" sldId="480"/>
        </pc:sldMkLst>
      </pc:sldChg>
      <pc:sldChg chg="del">
        <pc:chgData name="Oleh Sapiha" userId="428cacb2-53de-4d16-9660-3abdc20ad1c8" providerId="ADAL" clId="{18B4763E-5533-4AB3-88C2-1B82E0015EA9}" dt="2025-03-08T18:15:23.685" v="75" actId="47"/>
        <pc:sldMkLst>
          <pc:docMk/>
          <pc:sldMk cId="418386657" sldId="481"/>
        </pc:sldMkLst>
      </pc:sldChg>
      <pc:sldChg chg="del">
        <pc:chgData name="Oleh Sapiha" userId="428cacb2-53de-4d16-9660-3abdc20ad1c8" providerId="ADAL" clId="{18B4763E-5533-4AB3-88C2-1B82E0015EA9}" dt="2025-03-08T18:15:24.495" v="79" actId="47"/>
        <pc:sldMkLst>
          <pc:docMk/>
          <pc:sldMk cId="1175832756" sldId="482"/>
        </pc:sldMkLst>
      </pc:sldChg>
      <pc:sldChg chg="del">
        <pc:chgData name="Oleh Sapiha" userId="428cacb2-53de-4d16-9660-3abdc20ad1c8" providerId="ADAL" clId="{18B4763E-5533-4AB3-88C2-1B82E0015EA9}" dt="2025-03-08T18:15:24.928" v="80" actId="47"/>
        <pc:sldMkLst>
          <pc:docMk/>
          <pc:sldMk cId="3179526613" sldId="483"/>
        </pc:sldMkLst>
      </pc:sldChg>
      <pc:sldChg chg="del">
        <pc:chgData name="Oleh Sapiha" userId="428cacb2-53de-4d16-9660-3abdc20ad1c8" providerId="ADAL" clId="{18B4763E-5533-4AB3-88C2-1B82E0015EA9}" dt="2025-03-08T18:15:25.774" v="83" actId="47"/>
        <pc:sldMkLst>
          <pc:docMk/>
          <pc:sldMk cId="3476827996" sldId="484"/>
        </pc:sldMkLst>
      </pc:sldChg>
      <pc:sldChg chg="del">
        <pc:chgData name="Oleh Sapiha" userId="428cacb2-53de-4d16-9660-3abdc20ad1c8" providerId="ADAL" clId="{18B4763E-5533-4AB3-88C2-1B82E0015EA9}" dt="2025-03-08T18:15:26.384" v="84" actId="47"/>
        <pc:sldMkLst>
          <pc:docMk/>
          <pc:sldMk cId="1800604475" sldId="485"/>
        </pc:sldMkLst>
      </pc:sldChg>
      <pc:sldChg chg="del">
        <pc:chgData name="Oleh Sapiha" userId="428cacb2-53de-4d16-9660-3abdc20ad1c8" providerId="ADAL" clId="{18B4763E-5533-4AB3-88C2-1B82E0015EA9}" dt="2025-03-08T18:15:26.523" v="85" actId="47"/>
        <pc:sldMkLst>
          <pc:docMk/>
          <pc:sldMk cId="1722219316" sldId="487"/>
        </pc:sldMkLst>
      </pc:sldChg>
      <pc:sldChg chg="del">
        <pc:chgData name="Oleh Sapiha" userId="428cacb2-53de-4d16-9660-3abdc20ad1c8" providerId="ADAL" clId="{18B4763E-5533-4AB3-88C2-1B82E0015EA9}" dt="2025-03-08T18:15:25.190" v="81" actId="47"/>
        <pc:sldMkLst>
          <pc:docMk/>
          <pc:sldMk cId="388280369" sldId="489"/>
        </pc:sldMkLst>
      </pc:sldChg>
      <pc:sldChg chg="del">
        <pc:chgData name="Oleh Sapiha" userId="428cacb2-53de-4d16-9660-3abdc20ad1c8" providerId="ADAL" clId="{18B4763E-5533-4AB3-88C2-1B82E0015EA9}" dt="2025-03-08T18:15:25.374" v="82" actId="47"/>
        <pc:sldMkLst>
          <pc:docMk/>
          <pc:sldMk cId="1761920039" sldId="490"/>
        </pc:sldMkLst>
      </pc:sldChg>
    </pc:docChg>
  </pc:docChgLst>
  <pc:docChgLst>
    <pc:chgData name="Oleh Sapiha" userId="428cacb2-53de-4d16-9660-3abdc20ad1c8" providerId="ADAL" clId="{97EE911B-B2E0-414B-9813-8881E701570E}"/>
    <pc:docChg chg="custSel modSld">
      <pc:chgData name="Oleh Sapiha" userId="428cacb2-53de-4d16-9660-3abdc20ad1c8" providerId="ADAL" clId="{97EE911B-B2E0-414B-9813-8881E701570E}" dt="2025-04-27T12:39:58.208" v="4" actId="1036"/>
      <pc:docMkLst>
        <pc:docMk/>
      </pc:docMkLst>
      <pc:sldChg chg="addSp delSp modSp mod">
        <pc:chgData name="Oleh Sapiha" userId="428cacb2-53de-4d16-9660-3abdc20ad1c8" providerId="ADAL" clId="{97EE911B-B2E0-414B-9813-8881E701570E}" dt="2025-04-27T12:39:58.208" v="4" actId="1036"/>
        <pc:sldMkLst>
          <pc:docMk/>
          <pc:sldMk cId="710353784" sldId="537"/>
        </pc:sldMkLst>
        <pc:picChg chg="add del mod">
          <ac:chgData name="Oleh Sapiha" userId="428cacb2-53de-4d16-9660-3abdc20ad1c8" providerId="ADAL" clId="{97EE911B-B2E0-414B-9813-8881E701570E}" dt="2025-04-27T12:38:42.726" v="1" actId="478"/>
          <ac:picMkLst>
            <pc:docMk/>
            <pc:sldMk cId="710353784" sldId="537"/>
            <ac:picMk id="4" creationId="{3BEA48BF-8832-592C-ACD9-84CD8F572CBD}"/>
          </ac:picMkLst>
        </pc:picChg>
        <pc:picChg chg="mod">
          <ac:chgData name="Oleh Sapiha" userId="428cacb2-53de-4d16-9660-3abdc20ad1c8" providerId="ADAL" clId="{97EE911B-B2E0-414B-9813-8881E701570E}" dt="2025-04-27T12:39:58.208" v="4" actId="1036"/>
          <ac:picMkLst>
            <pc:docMk/>
            <pc:sldMk cId="710353784" sldId="537"/>
            <ac:picMk id="9" creationId="{54592876-823E-27E2-7E89-2C2923C513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aseline="0" dirty="0"/>
              <a:t>Все розпочалось з телекомунікацій, пропускна спроможність була малою і потрібна була методика для ущільнення каналів зв’язку.</a:t>
            </a:r>
          </a:p>
          <a:p>
            <a:r>
              <a:rPr lang="uk-UA" baseline="0" dirty="0" err="1"/>
              <a:t>Наквіст</a:t>
            </a:r>
            <a:r>
              <a:rPr lang="uk-UA" baseline="0" dirty="0"/>
              <a:t> та </a:t>
            </a:r>
            <a:r>
              <a:rPr lang="uk-UA" baseline="0" dirty="0" err="1"/>
              <a:t>Шеннон</a:t>
            </a:r>
            <a:r>
              <a:rPr lang="uk-UA" baseline="0" dirty="0"/>
              <a:t>. Люди, які своїми теоретичними та практичними розробками збудували міст між аналоговими та цифровими сигналами.</a:t>
            </a:r>
          </a:p>
          <a:p>
            <a:r>
              <a:rPr lang="uk-UA" baseline="0" dirty="0"/>
              <a:t>Теорема: Будь який сигнал (функція), який є неперервним на проміжку часу і обмежений верхньою частотою </a:t>
            </a:r>
            <a:r>
              <a:rPr lang="en-US" baseline="0" dirty="0"/>
              <a:t>F</a:t>
            </a:r>
            <a:r>
              <a:rPr lang="uk-UA" baseline="0" dirty="0"/>
              <a:t>в, може бути </a:t>
            </a:r>
            <a:r>
              <a:rPr lang="uk-UA" baseline="0" dirty="0" err="1"/>
              <a:t>дисктретизований</a:t>
            </a:r>
            <a:r>
              <a:rPr lang="uk-UA" baseline="0" dirty="0"/>
              <a:t> з частотою якає є в двічі вищою за верхню і ідеально відновлений з відліків (дискретних значень).</a:t>
            </a:r>
          </a:p>
          <a:p>
            <a:endParaRPr lang="uk-UA" baseline="0" dirty="0"/>
          </a:p>
          <a:p>
            <a:r>
              <a:rPr lang="uk-UA" baseline="0" dirty="0"/>
              <a:t>Слід також зазначити, що і інші вчені, в першу чергу відомі математики внесли свій внесок в загальну теорію </a:t>
            </a:r>
            <a:r>
              <a:rPr lang="uk-UA" baseline="0" dirty="0" err="1"/>
              <a:t>передедачі</a:t>
            </a:r>
            <a:r>
              <a:rPr lang="uk-UA" baseline="0" dirty="0"/>
              <a:t> сигналів, зокрема, крім </a:t>
            </a:r>
            <a:r>
              <a:rPr lang="uk-UA" baseline="0" dirty="0" err="1"/>
              <a:t>Найквіта</a:t>
            </a:r>
            <a:r>
              <a:rPr lang="uk-UA" baseline="0" dirty="0"/>
              <a:t> та </a:t>
            </a:r>
            <a:r>
              <a:rPr lang="uk-UA" baseline="0" dirty="0" err="1"/>
              <a:t>Шеннона</a:t>
            </a:r>
            <a:r>
              <a:rPr lang="uk-UA" baseline="0" dirty="0"/>
              <a:t> говорять і про </a:t>
            </a:r>
            <a:r>
              <a:rPr lang="uk-UA" baseline="0" dirty="0" err="1"/>
              <a:t>Котєльнікова</a:t>
            </a:r>
            <a:r>
              <a:rPr lang="uk-UA" baseline="0" dirty="0"/>
              <a:t> та </a:t>
            </a:r>
            <a:r>
              <a:rPr lang="uk-UA" baseline="0" dirty="0" err="1"/>
              <a:t>Віттакера</a:t>
            </a:r>
            <a:r>
              <a:rPr lang="uk-UA" baseline="0" dirty="0"/>
              <a:t>. </a:t>
            </a:r>
            <a:endParaRPr lang="en-US" baseline="0" dirty="0"/>
          </a:p>
          <a:p>
            <a:endParaRPr lang="en-US" baseline="0" dirty="0"/>
          </a:p>
          <a:p>
            <a:endParaRPr lang="uk-UA" baseline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19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aseline="0" dirty="0"/>
              <a:t>Тут приклад, щоб показати принцип, насправді – частота дискретизації, згідно теореми буде більшою, а </a:t>
            </a:r>
            <a:r>
              <a:rPr lang="uk-UA" baseline="0" dirty="0" err="1"/>
              <a:t>відліки</a:t>
            </a:r>
            <a:r>
              <a:rPr lang="uk-UA" baseline="0" dirty="0"/>
              <a:t> – ще щільнішими, тобто </a:t>
            </a:r>
            <a:r>
              <a:rPr lang="en-US" baseline="0" dirty="0"/>
              <a:t>c</a:t>
            </a:r>
            <a:r>
              <a:rPr lang="uk-UA" baseline="0" dirty="0" err="1"/>
              <a:t>игнал</a:t>
            </a:r>
            <a:r>
              <a:rPr lang="uk-UA" baseline="0" dirty="0"/>
              <a:t> буде описано значно краще.</a:t>
            </a:r>
            <a:endParaRPr lang="en-US" baseline="0" dirty="0"/>
          </a:p>
          <a:p>
            <a:endParaRPr lang="en-US" baseline="0" dirty="0"/>
          </a:p>
          <a:p>
            <a:r>
              <a:rPr lang="uk-UA" baseline="0" dirty="0"/>
              <a:t>Сигнал спочатку </a:t>
            </a:r>
            <a:r>
              <a:rPr lang="uk-UA" baseline="0" dirty="0" err="1"/>
              <a:t>дискретизується</a:t>
            </a:r>
            <a:r>
              <a:rPr lang="uk-UA" baseline="0" dirty="0"/>
              <a:t> (беруться </a:t>
            </a:r>
            <a:r>
              <a:rPr lang="uk-UA" baseline="0" dirty="0" err="1"/>
              <a:t>відліки</a:t>
            </a:r>
            <a:r>
              <a:rPr lang="uk-UA" baseline="0" dirty="0"/>
              <a:t> амплітуди через однакові проміжки часу)</a:t>
            </a:r>
            <a:r>
              <a:rPr lang="en-US" baseline="0" dirty="0"/>
              <a:t> – AIM – </a:t>
            </a:r>
            <a:r>
              <a:rPr lang="uk-UA" baseline="0" dirty="0"/>
              <a:t>амплітудно-імпульсна модуляція. В подальшому ці </a:t>
            </a:r>
            <a:r>
              <a:rPr lang="uk-UA" baseline="0" dirty="0" err="1"/>
              <a:t>відліки</a:t>
            </a:r>
            <a:r>
              <a:rPr lang="uk-UA" baseline="0" dirty="0"/>
              <a:t> </a:t>
            </a:r>
            <a:r>
              <a:rPr lang="uk-UA" baseline="0" dirty="0" err="1"/>
              <a:t>квантуються</a:t>
            </a:r>
            <a:r>
              <a:rPr lang="uk-UA" baseline="0" dirty="0"/>
              <a:t> і потім вже перетворюються в число 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1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12" descr="屋外, 建物, 市, 光 が含まれている画像&#10;&#10;自動的に生成された説明">
            <a:extLst>
              <a:ext uri="{FF2B5EF4-FFF2-40B4-BE49-F238E27FC236}">
                <a16:creationId xmlns:a16="http://schemas.microsoft.com/office/drawing/2014/main" id="{03C3B1F7-CC17-7888-BCB8-16151EE3701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" b="1374"/>
          <a:stretch/>
        </p:blipFill>
        <p:spPr>
          <a:xfrm>
            <a:off x="479425" y="9525"/>
            <a:ext cx="11253788" cy="6156325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006131E-FB56-425D-89D8-786378BA6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052736"/>
            <a:ext cx="7968328" cy="1872208"/>
          </a:xfrm>
        </p:spPr>
        <p:txBody>
          <a:bodyPr/>
          <a:lstStyle/>
          <a:p>
            <a:r>
              <a:rPr lang="uk-UA" altLang="ja-JP" dirty="0"/>
              <a:t>Цифрова схемотехніка</a:t>
            </a:r>
            <a:endParaRPr lang="en-US" altLang="ja-JP" dirty="0"/>
          </a:p>
          <a:p>
            <a:pPr lvl="1"/>
            <a:r>
              <a:rPr lang="uk-UA" altLang="ja-JP" dirty="0"/>
              <a:t>Заняття </a:t>
            </a:r>
            <a:r>
              <a:rPr lang="en-US" altLang="ja-JP" dirty="0"/>
              <a:t>11. </a:t>
            </a:r>
            <a:r>
              <a:rPr lang="uk-UA" altLang="ja-JP" dirty="0"/>
              <a:t>Аналогового-цифровий перетворювач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95846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D68F-D09D-672A-5D87-AF55CF5E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Історія створення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2D9C-0D2D-AD3C-F578-1819D6D73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003" y="1151905"/>
            <a:ext cx="5256534" cy="4622291"/>
          </a:xfrm>
        </p:spPr>
        <p:txBody>
          <a:bodyPr/>
          <a:lstStyle/>
          <a:p>
            <a:r>
              <a:rPr lang="uk-UA" dirty="0"/>
              <a:t>Практично</a:t>
            </a:r>
            <a:r>
              <a:rPr lang="uk-UA" baseline="0" dirty="0"/>
              <a:t> все створене природою – це аналогові, або неперервні в часі процеси: сонячне проміння, звуки, розмова, температура, тиск.</a:t>
            </a:r>
          </a:p>
          <a:p>
            <a:r>
              <a:rPr lang="uk-UA" baseline="0" dirty="0"/>
              <a:t>Головною </a:t>
            </a:r>
            <a:r>
              <a:rPr lang="uk-UA" b="1" baseline="0" dirty="0"/>
              <a:t>проблемою </a:t>
            </a:r>
            <a:r>
              <a:rPr lang="uk-UA" baseline="0" dirty="0"/>
              <a:t>аналогових сигналів, а практично все можна розглядати як сигнали: світлові хвилі, звукові хвилі і т. д. – </a:t>
            </a:r>
            <a:r>
              <a:rPr lang="uk-UA" b="1" baseline="0" dirty="0"/>
              <a:t>є обробка цих сигналів, збереження інформації про сигнали</a:t>
            </a:r>
          </a:p>
          <a:p>
            <a:r>
              <a:rPr lang="uk-UA" baseline="0" dirty="0"/>
              <a:t>Паперові реєстратори, магнітні стрічки та магнітні дроти для збереження аудіо, відео та даних. </a:t>
            </a:r>
          </a:p>
          <a:p>
            <a:r>
              <a:rPr lang="uk-UA" baseline="0" dirty="0"/>
              <a:t>А головне – журнали. Наприклад метеодані – ходили люди, записували дані, складали їх в архіви. </a:t>
            </a:r>
          </a:p>
          <a:p>
            <a:r>
              <a:rPr lang="uk-UA" baseline="0" dirty="0"/>
              <a:t>Частота записів, наприклад показів температури і була частота вибірок  </a:t>
            </a:r>
            <a:endParaRPr lang="uk-UA" dirty="0"/>
          </a:p>
          <a:p>
            <a:endParaRPr lang="uk-UA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7DEEB93-01EC-F3FC-2F16-38BBFDBDB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7" y="4123381"/>
            <a:ext cx="3459458" cy="2734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3E48CC-859B-A5F9-4D47-FD9C28A81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291" y="1191528"/>
            <a:ext cx="25146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6399AD-CE8E-ED2F-B97E-68BA07BD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80" y="1191528"/>
            <a:ext cx="944740" cy="3085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9E7E4-59CD-EF05-D94D-812B2AE3B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843" y="1191528"/>
            <a:ext cx="2252629" cy="1537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24EF04-F70C-6C0D-DB53-2DC4ACAA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965" y="3399121"/>
            <a:ext cx="1863027" cy="215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77721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99" y="609539"/>
            <a:ext cx="11244575" cy="44319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How does ADC work?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467856" y="1041586"/>
            <a:ext cx="11244575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NYQUIST – SHANNON SAMPLING THEOREM</a:t>
            </a:r>
            <a:endParaRPr lang="en-US" sz="1800" b="0" dirty="0"/>
          </a:p>
        </p:txBody>
      </p:sp>
      <p:pic>
        <p:nvPicPr>
          <p:cNvPr id="6148" name="Picture 4" descr="Harry Nyqui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628800"/>
            <a:ext cx="1656184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91544" y="1988840"/>
            <a:ext cx="2430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February 7, 1889  -  April 4, 1976</a:t>
            </a:r>
            <a:endParaRPr lang="uk-UA" sz="1200" dirty="0"/>
          </a:p>
        </p:txBody>
      </p:sp>
      <p:pic>
        <p:nvPicPr>
          <p:cNvPr id="6155" name="Picture 11" descr="ClaudeShannon MFO380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1445084"/>
            <a:ext cx="1519436" cy="214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334856" y="3353111"/>
            <a:ext cx="2361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April 30, 1916 – February 24, 2001</a:t>
            </a:r>
            <a:endParaRPr lang="uk-UA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6805865" y="2924944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Claude Elwood Shannon</a:t>
            </a:r>
            <a:endParaRPr lang="uk-UA" dirty="0"/>
          </a:p>
        </p:txBody>
      </p:sp>
      <p:sp>
        <p:nvSpPr>
          <p:cNvPr id="13" name="TextBox 12"/>
          <p:cNvSpPr txBox="1"/>
          <p:nvPr/>
        </p:nvSpPr>
        <p:spPr>
          <a:xfrm>
            <a:off x="1991544" y="16288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Harry Nyquist</a:t>
            </a:r>
            <a:endParaRPr lang="uk-UA" dirty="0"/>
          </a:p>
        </p:txBody>
      </p:sp>
      <p:sp>
        <p:nvSpPr>
          <p:cNvPr id="16" name="TextBox 15"/>
          <p:cNvSpPr txBox="1"/>
          <p:nvPr/>
        </p:nvSpPr>
        <p:spPr>
          <a:xfrm>
            <a:off x="2975564" y="2458546"/>
            <a:ext cx="5280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BELL LABORATORIES (BELL LABS)</a:t>
            </a:r>
            <a:endParaRPr lang="uk-UA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8014" y="5992282"/>
            <a:ext cx="2166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f</a:t>
            </a:r>
            <a:r>
              <a:rPr lang="en-US" sz="2400" b="1" i="1" baseline="-25000" dirty="0" err="1"/>
              <a:t>Nyquist</a:t>
            </a:r>
            <a:r>
              <a:rPr lang="en-US" sz="2400" b="1" i="1" dirty="0"/>
              <a:t> = 2f</a:t>
            </a:r>
            <a:r>
              <a:rPr lang="en-US" sz="2400" b="1" i="1" baseline="-25000" dirty="0"/>
              <a:t>max</a:t>
            </a:r>
            <a:endParaRPr lang="uk-UA" sz="2400" b="1" i="1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406A6-09FF-66E1-7A91-474D384943ED}"/>
              </a:ext>
            </a:extLst>
          </p:cNvPr>
          <p:cNvSpPr txBox="1"/>
          <p:nvPr/>
        </p:nvSpPr>
        <p:spPr>
          <a:xfrm>
            <a:off x="263352" y="3801642"/>
            <a:ext cx="119186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Теоре́ма ві́дліків На́йквіста — Ше́ннона (теорема відліків) свідчить, що якщо неперервний сигнал </a:t>
            </a:r>
            <a:r>
              <a:rPr lang="en-US" dirty="0"/>
              <a:t>x(t) </a:t>
            </a:r>
            <a:r>
              <a:rPr lang="uk-UA" dirty="0"/>
              <a:t>має спектр, обмежений частотою </a:t>
            </a:r>
            <a:r>
              <a:rPr lang="en-US" dirty="0"/>
              <a:t>Fmax, </a:t>
            </a:r>
            <a:r>
              <a:rPr lang="uk-UA" dirty="0"/>
              <a:t>то його можна однозначно і без втрат відновити за дискретними відліками, узятими з частотою </a:t>
            </a:r>
            <a:r>
              <a:rPr lang="en-US" dirty="0"/>
              <a:t>f</a:t>
            </a:r>
            <a:r>
              <a:rPr lang="uk-UA" baseline="-25000" dirty="0"/>
              <a:t>дискр</a:t>
            </a:r>
            <a:r>
              <a:rPr lang="uk-UA" dirty="0"/>
              <a:t>=2*</a:t>
            </a:r>
            <a:r>
              <a:rPr lang="en-US" dirty="0"/>
              <a:t>F</a:t>
            </a:r>
            <a:r>
              <a:rPr lang="en-US" baseline="-25000" dirty="0"/>
              <a:t>max</a:t>
            </a:r>
            <a:endParaRPr lang="uk-UA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2F2D4-DA44-8F94-6AF8-975CE08D5D83}"/>
              </a:ext>
            </a:extLst>
          </p:cNvPr>
          <p:cNvSpPr txBox="1"/>
          <p:nvPr/>
        </p:nvSpPr>
        <p:spPr>
          <a:xfrm>
            <a:off x="263352" y="4791953"/>
            <a:ext cx="11759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Теорему відліків можна сформулювати обернено:</a:t>
            </a:r>
          </a:p>
          <a:p>
            <a:endParaRPr lang="uk-UA" dirty="0"/>
          </a:p>
          <a:p>
            <a:r>
              <a:rPr lang="uk-UA" dirty="0"/>
              <a:t>Для того, щоб відновити сигнал за його відліками без втрат, необхідно, щоб частота дискретизації була хоча б удвічі більшою за максимальну частоту первинного неперервного сигналу.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88488-B605-19BF-F2F8-43D4399B0D5A}"/>
              </a:ext>
            </a:extLst>
          </p:cNvPr>
          <p:cNvSpPr txBox="1"/>
          <p:nvPr/>
        </p:nvSpPr>
        <p:spPr>
          <a:xfrm>
            <a:off x="10315736" y="6084615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b="1" i="1" dirty="0">
                <a:solidFill>
                  <a:srgbClr val="FF0000"/>
                </a:solidFill>
              </a:rPr>
              <a:t>(!!! це база!!!)</a:t>
            </a:r>
            <a:endParaRPr lang="uk-U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025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92BC-8E70-C3B2-B05A-AAFB49CB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AB4FC5A-F7FC-F7F5-10F8-699978BF8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9" y="1164621"/>
            <a:ext cx="4104456" cy="190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0774A60-C387-999E-F0A7-04D428378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9" y="2959656"/>
            <a:ext cx="4718765" cy="2651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File:Fourier transform time and frequency domains.gif - Wikipedia">
            <a:extLst>
              <a:ext uri="{FF2B5EF4-FFF2-40B4-BE49-F238E27FC236}">
                <a16:creationId xmlns:a16="http://schemas.microsoft.com/office/drawing/2014/main" id="{2695ECCA-FEB6-F5BF-4144-732E2BBD6F1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64" y="3148"/>
            <a:ext cx="549061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1F4BEC-2599-999B-47DC-D6FE4157FDBE}"/>
              </a:ext>
            </a:extLst>
          </p:cNvPr>
          <p:cNvSpPr txBox="1"/>
          <p:nvPr/>
        </p:nvSpPr>
        <p:spPr>
          <a:xfrm>
            <a:off x="437516" y="5590506"/>
            <a:ext cx="11741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aseline="0" dirty="0"/>
              <a:t>Математична модель складного сигналу описується рядами Фур'є: складний сигнал складається з гармонік, які по своїй сутності є синусоїдами. Проте – завжди є верхня частота сигналу.</a:t>
            </a:r>
          </a:p>
          <a:p>
            <a:r>
              <a:rPr lang="uk-UA" baseline="0" dirty="0"/>
              <a:t>Тому – приклади роботи АЦП будуть показані для синусоїди, але все сказане буде справедливим і для сигналів з більш складними формами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43AD3-26E2-E69A-559C-9A4552CCF428}"/>
              </a:ext>
            </a:extLst>
          </p:cNvPr>
          <p:cNvSpPr txBox="1"/>
          <p:nvPr/>
        </p:nvSpPr>
        <p:spPr>
          <a:xfrm>
            <a:off x="5290732" y="4316903"/>
            <a:ext cx="6888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Будь</a:t>
            </a:r>
            <a:r>
              <a:rPr lang="en-US" dirty="0"/>
              <a:t>-</a:t>
            </a:r>
            <a:r>
              <a:rPr lang="uk-UA" baseline="0" dirty="0"/>
              <a:t>який складний сигнал можна описати (змоделювати) з множини простих сигналів. Ці прості сигнали на</a:t>
            </a:r>
            <a:r>
              <a:rPr lang="uk-UA" dirty="0"/>
              <a:t>зиваються гармоніками. </a:t>
            </a:r>
            <a:r>
              <a:rPr lang="uk-UA" baseline="0" dirty="0"/>
              <a:t>Чим більше гармонік, тим точніше буде відтворено, змодельований початковий сигнал.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551928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DA80-67B6-2937-803C-51D15254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Вступ до АЦП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A17D0-ED66-6D19-B1CB-F9FBD4C4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8" y="1196752"/>
            <a:ext cx="11604665" cy="5021824"/>
          </a:xfrm>
        </p:spPr>
        <p:txBody>
          <a:bodyPr/>
          <a:lstStyle/>
          <a:p>
            <a:pPr>
              <a:buNone/>
            </a:pPr>
            <a:r>
              <a:rPr lang="uk-UA" sz="1800" b="1" dirty="0"/>
              <a:t>Що таке АЦП (Аналого-Цифровий Перетворювач)?</a:t>
            </a:r>
          </a:p>
          <a:p>
            <a:r>
              <a:rPr lang="uk-UA" sz="1800" dirty="0"/>
              <a:t>Аналого-цифровий перетворювач (АЦП, англ. </a:t>
            </a:r>
            <a:r>
              <a:rPr lang="en-US" sz="1800" dirty="0"/>
              <a:t>ADC – Analog-to-Digital Converter) — </a:t>
            </a:r>
            <a:r>
              <a:rPr lang="uk-UA" sz="1800" dirty="0"/>
              <a:t>це електронний пристрій або функціональний блок, який перетворює </a:t>
            </a:r>
            <a:r>
              <a:rPr lang="uk-UA" sz="1800" b="1" dirty="0"/>
              <a:t>неперервний аналоговий сигнал</a:t>
            </a:r>
            <a:r>
              <a:rPr lang="uk-UA" sz="1800" dirty="0"/>
              <a:t> (наприклад, напругу, температуру, звук) у </a:t>
            </a:r>
            <a:r>
              <a:rPr lang="uk-UA" sz="1800" b="1" dirty="0"/>
              <a:t>цифровий код</a:t>
            </a:r>
            <a:r>
              <a:rPr lang="uk-UA" sz="1800" dirty="0"/>
              <a:t>, що може оброблятися мікропроцесором, мікроконтролером або цифровою схемою.</a:t>
            </a:r>
          </a:p>
          <a:p>
            <a:r>
              <a:rPr lang="ru-RU" sz="1800" i="1" dirty="0"/>
              <a:t>Простими словами:</a:t>
            </a:r>
            <a:r>
              <a:rPr lang="ru-RU" sz="1800" dirty="0"/>
              <a:t> </a:t>
            </a:r>
            <a:r>
              <a:rPr lang="ru-RU" sz="1800" i="1" dirty="0"/>
              <a:t>АЦП дозволяє "</a:t>
            </a:r>
            <a:r>
              <a:rPr lang="ru-RU" sz="1800" b="1" i="1" dirty="0"/>
              <a:t>оцифрувати</a:t>
            </a:r>
            <a:r>
              <a:rPr lang="ru-RU" sz="1800" i="1" dirty="0"/>
              <a:t>" сигнали з навколишнього середовища, щоб з ними могла працювати цифрова електроніка.</a:t>
            </a:r>
          </a:p>
          <a:p>
            <a:pPr>
              <a:buNone/>
            </a:pPr>
            <a:r>
              <a:rPr lang="uk-UA" sz="2000" b="1" dirty="0"/>
              <a:t>Навіщо потрібен АЦП у цифрових системах?</a:t>
            </a:r>
          </a:p>
          <a:p>
            <a:pPr>
              <a:buNone/>
            </a:pPr>
            <a:r>
              <a:rPr lang="uk-UA" sz="2000" dirty="0"/>
              <a:t>Цифрові пристрої (комп'ютери, мікроконтролери, </a:t>
            </a:r>
            <a:r>
              <a:rPr lang="en-US" sz="2000" dirty="0"/>
              <a:t>DSP, FPGA) </a:t>
            </a:r>
            <a:r>
              <a:rPr lang="uk-UA" sz="2000" b="1" dirty="0"/>
              <a:t>не можуть напряму працювати з аналоговими сигналами</a:t>
            </a:r>
            <a:r>
              <a:rPr lang="uk-UA" sz="2000" dirty="0"/>
              <a:t>. Їм потрібен </a:t>
            </a:r>
            <a:r>
              <a:rPr lang="uk-UA" sz="2000" b="1" dirty="0"/>
              <a:t>цифровий сигнал</a:t>
            </a:r>
            <a:r>
              <a:rPr lang="uk-UA" sz="2000" dirty="0"/>
              <a:t> — тобто представлення у вигляді нулів та одиниць.</a:t>
            </a:r>
          </a:p>
          <a:p>
            <a:r>
              <a:rPr lang="uk-UA" sz="2000" dirty="0"/>
              <a:t>АЦП є ключовим компонентом на шляху "від фізичного світу до цифрового". Він стоїть на вході системи, забезпечуючи "переклад" сигналу у зручну для обробки форму.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827551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99" y="609539"/>
            <a:ext cx="11244575" cy="443198"/>
          </a:xfrm>
        </p:spPr>
        <p:txBody>
          <a:bodyPr>
            <a:normAutofit/>
          </a:bodyPr>
          <a:lstStyle/>
          <a:p>
            <a:pPr lvl="0"/>
            <a:r>
              <a:rPr lang="uk-UA" dirty="0"/>
              <a:t>Основні етапи перетворення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196752"/>
            <a:ext cx="4877159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1196752"/>
            <a:ext cx="4856435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50" y="3933056"/>
            <a:ext cx="491477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BA3308-E5B9-4FEA-4CC2-E6710DF43BAD}"/>
              </a:ext>
            </a:extLst>
          </p:cNvPr>
          <p:cNvSpPr txBox="1"/>
          <p:nvPr/>
        </p:nvSpPr>
        <p:spPr>
          <a:xfrm>
            <a:off x="5519936" y="3828574"/>
            <a:ext cx="6651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uk-UA" baseline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B9CDF-CA3C-8029-4031-14E210D40CB9}"/>
              </a:ext>
            </a:extLst>
          </p:cNvPr>
          <p:cNvSpPr txBox="1"/>
          <p:nvPr/>
        </p:nvSpPr>
        <p:spPr>
          <a:xfrm>
            <a:off x="5519936" y="3573016"/>
            <a:ext cx="66201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Дискретизація (</a:t>
            </a:r>
            <a:r>
              <a:rPr lang="en-US" b="1" dirty="0"/>
              <a:t>Sampling)</a:t>
            </a:r>
            <a:r>
              <a:rPr lang="uk-UA" b="1" dirty="0"/>
              <a:t> </a:t>
            </a:r>
            <a:r>
              <a:rPr lang="en-US" dirty="0"/>
              <a:t>— </a:t>
            </a:r>
            <a:r>
              <a:rPr lang="uk-UA" dirty="0"/>
              <a:t>Вибір значень аналогового сигналу через рівні проміжки часу. </a:t>
            </a:r>
          </a:p>
          <a:p>
            <a:r>
              <a:rPr lang="uk-UA" b="1" dirty="0"/>
              <a:t>Квантування (</a:t>
            </a:r>
            <a:r>
              <a:rPr lang="en-US" b="1" dirty="0"/>
              <a:t>Quantization)</a:t>
            </a:r>
            <a:r>
              <a:rPr lang="uk-UA" b="1" dirty="0"/>
              <a:t> </a:t>
            </a:r>
            <a:r>
              <a:rPr lang="en-US" dirty="0"/>
              <a:t>— </a:t>
            </a:r>
            <a:r>
              <a:rPr lang="uk-UA" dirty="0"/>
              <a:t>Кожне вибране значення округлюється до найближчого з кінцевого набору рівнів (залежить від розрядності АЦП). </a:t>
            </a:r>
          </a:p>
          <a:p>
            <a:r>
              <a:rPr lang="uk-UA" dirty="0"/>
              <a:t>Виникає похибка квантування, яка є незворотною😌.</a:t>
            </a:r>
          </a:p>
          <a:p>
            <a:r>
              <a:rPr lang="uk-UA" b="1" dirty="0"/>
              <a:t>Кодування (</a:t>
            </a:r>
            <a:r>
              <a:rPr lang="en-US" b="1" dirty="0"/>
              <a:t>Encoding)</a:t>
            </a:r>
            <a:r>
              <a:rPr lang="uk-UA" b="1" dirty="0"/>
              <a:t> </a:t>
            </a:r>
            <a:r>
              <a:rPr lang="en-US" dirty="0"/>
              <a:t>— </a:t>
            </a:r>
            <a:r>
              <a:rPr lang="uk-UA" dirty="0"/>
              <a:t>Кожному рівню квантування відповідає бінарний код (наприклад, 8 біт → 256 рівнів).</a:t>
            </a:r>
          </a:p>
          <a:p>
            <a:r>
              <a:rPr lang="uk-UA" dirty="0"/>
              <a:t>На цьому етапі сигнал вже подано у вигляді цифрового двійкового коду.</a:t>
            </a:r>
          </a:p>
        </p:txBody>
      </p:sp>
    </p:spTree>
    <p:extLst>
      <p:ext uri="{BB962C8B-B14F-4D97-AF65-F5344CB8AC3E}">
        <p14:creationId xmlns:p14="http://schemas.microsoft.com/office/powerpoint/2010/main" val="24015156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535C-D691-C46A-A349-FE2C0B6C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параметри АЦП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76B5E9-0236-2B8D-3432-1B7E563DC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332801"/>
              </p:ext>
            </p:extLst>
          </p:nvPr>
        </p:nvGraphicFramePr>
        <p:xfrm>
          <a:off x="119336" y="1232596"/>
          <a:ext cx="11881320" cy="4967980"/>
        </p:xfrm>
        <a:graphic>
          <a:graphicData uri="http://schemas.openxmlformats.org/drawingml/2006/table">
            <a:tbl>
              <a:tblPr/>
              <a:tblGrid>
                <a:gridCol w="2904937">
                  <a:extLst>
                    <a:ext uri="{9D8B030D-6E8A-4147-A177-3AD203B41FA5}">
                      <a16:colId xmlns:a16="http://schemas.microsoft.com/office/drawing/2014/main" val="1755971630"/>
                    </a:ext>
                  </a:extLst>
                </a:gridCol>
                <a:gridCol w="1559559">
                  <a:extLst>
                    <a:ext uri="{9D8B030D-6E8A-4147-A177-3AD203B41FA5}">
                      <a16:colId xmlns:a16="http://schemas.microsoft.com/office/drawing/2014/main" val="3988160018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549146325"/>
                    </a:ext>
                  </a:extLst>
                </a:gridCol>
              </a:tblGrid>
              <a:tr h="208678">
                <a:tc>
                  <a:txBody>
                    <a:bodyPr/>
                    <a:lstStyle/>
                    <a:p>
                      <a:pPr algn="ctr"/>
                      <a:r>
                        <a:rPr lang="uk-UA" sz="1600" dirty="0"/>
                        <a:t>Параметр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Symbol / Units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dirty="0"/>
                        <a:t>Пояснення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53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Розрядність (кількість біт)</a:t>
                      </a:r>
                      <a:endParaRPr lang="en-US" sz="1600" b="1" dirty="0"/>
                    </a:p>
                    <a:p>
                      <a:r>
                        <a:rPr lang="en-US" sz="1600" dirty="0"/>
                        <a:t>(Resolution, bit depth)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n</a:t>
                      </a:r>
                      <a:r>
                        <a:rPr lang="en-US" sz="1600" dirty="0"/>
                        <a:t>, </a:t>
                      </a:r>
                      <a:r>
                        <a:rPr lang="uk-UA" sz="1600" dirty="0"/>
                        <a:t>біт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dirty="0"/>
                        <a:t>Кількість біт, які використовуються для представлення одного зразка сигналу. Визначає </a:t>
                      </a:r>
                      <a:r>
                        <a:rPr lang="uk-UA" sz="1600" b="1" dirty="0"/>
                        <a:t>кількість рівнів квантування</a:t>
                      </a:r>
                      <a:r>
                        <a:rPr lang="uk-UA" sz="1600" dirty="0"/>
                        <a:t>: 2</a:t>
                      </a:r>
                      <a:r>
                        <a:rPr lang="en-US" sz="1600" dirty="0"/>
                        <a:t>ⁿ. </a:t>
                      </a:r>
                      <a:r>
                        <a:rPr lang="uk-UA" sz="1600" dirty="0"/>
                        <a:t>Більше біт → вища точність.</a:t>
                      </a:r>
                      <a:r>
                        <a:rPr lang="en-US" sz="1600" dirty="0"/>
                        <a:t> </a:t>
                      </a:r>
                      <a:r>
                        <a:rPr lang="ru-RU" sz="1600" dirty="0"/>
                        <a:t>8 біт → 256 рівнів.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08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Частота дискретизації</a:t>
                      </a:r>
                      <a:endParaRPr lang="en-US" sz="1600" b="1" dirty="0"/>
                    </a:p>
                    <a:p>
                      <a:r>
                        <a:rPr lang="en-US" sz="1600" dirty="0"/>
                        <a:t>(Sampling rate) 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f, </a:t>
                      </a:r>
                      <a:r>
                        <a:rPr lang="en-US" sz="1600" dirty="0" err="1"/>
                        <a:t>Гц</a:t>
                      </a:r>
                      <a:endParaRPr lang="en-US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dirty="0"/>
                        <a:t>Скільки разів за секунду АЦП знімає значення з аналогового сигналу. </a:t>
                      </a:r>
                      <a:endParaRPr lang="en-US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1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Похибка квантування</a:t>
                      </a:r>
                      <a:endParaRPr lang="en-US" sz="1600" b="1" dirty="0"/>
                    </a:p>
                    <a:p>
                      <a:r>
                        <a:rPr lang="en-US" sz="1600" dirty="0"/>
                        <a:t>(Quantization error)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r>
                        <a:rPr lang="uk-UA" sz="1600" dirty="0"/>
                        <a:t> або %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Максимальна різниця між реальним аналоговим значенням і його цифровим представленням. Менша при більшій розрядності.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310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Діапазон вхідної напруги</a:t>
                      </a:r>
                    </a:p>
                    <a:p>
                      <a:r>
                        <a:rPr lang="uk-UA" sz="1600" dirty="0"/>
                        <a:t>(</a:t>
                      </a:r>
                      <a:r>
                        <a:rPr lang="en-US" sz="1600" dirty="0"/>
                        <a:t>Input voltage range</a:t>
                      </a:r>
                      <a:r>
                        <a:rPr lang="uk-UA" sz="1600" dirty="0"/>
                        <a:t>)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uk-UA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Область аналогових значень, які АЦП може коректно вимірювати. Все, що виходить за межі — буде спотворено (saturation).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34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/>
                        <a:t>Швидкість перетворення (</a:t>
                      </a:r>
                      <a:r>
                        <a:rPr lang="en-US" sz="1600" b="1"/>
                        <a:t>Conversion Rate)</a:t>
                      </a:r>
                      <a:endParaRPr lang="en-US" sz="160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S</a:t>
                      </a:r>
                      <a:r>
                        <a:rPr lang="en-US" sz="1600" dirty="0"/>
                        <a:t>a</a:t>
                      </a:r>
                      <a:r>
                        <a:rPr lang="ru-RU" sz="1600" dirty="0"/>
                        <a:t>/s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Кількість повних перетворень аналог→цифра, які АЦП може зробити за секунду. Часто співпадає з частотою дискретизації.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23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Точність (</a:t>
                      </a:r>
                      <a:r>
                        <a:rPr lang="en-US" sz="1600" b="1" dirty="0"/>
                        <a:t>Accuracy)</a:t>
                      </a:r>
                      <a:endParaRPr lang="en-US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r>
                        <a:rPr lang="uk-UA" sz="1600" dirty="0"/>
                        <a:t>, %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Наскільки близьке цифрове значення до реального вхідного. Враховує похибки квантування, шум, нестабільність джерела опорної напруги тощо.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579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 dirty="0"/>
                        <a:t>Ефективна кількість біт (</a:t>
                      </a:r>
                      <a:r>
                        <a:rPr lang="en-US" sz="1600" b="1" dirty="0"/>
                        <a:t>ENOB)</a:t>
                      </a:r>
                      <a:endParaRPr lang="en-US" sz="1600" dirty="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/>
                        <a:t>біт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Реальна кількість біт інформації з урахуванням шумів і похибок. Може бути нижчою за номінальні 12 біт, наприклад.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0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sz="1600" b="1"/>
                        <a:t>Затримка перетворення (</a:t>
                      </a:r>
                      <a:r>
                        <a:rPr lang="en-US" sz="1600" b="1"/>
                        <a:t>Latency)</a:t>
                      </a:r>
                      <a:endParaRPr lang="en-US" sz="160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/>
                        <a:t>сек або мкс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Час, який проходить між надходженням аналогового сигналу і появою цифрового результату. Важливо в реальному часі (наприклад, в аудіо).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017317"/>
                  </a:ext>
                </a:extLst>
              </a:tr>
              <a:tr h="409835">
                <a:tc>
                  <a:txBody>
                    <a:bodyPr/>
                    <a:lstStyle/>
                    <a:p>
                      <a:r>
                        <a:rPr lang="uk-UA" sz="1600" b="1"/>
                        <a:t>Тип входу</a:t>
                      </a:r>
                      <a:endParaRPr lang="uk-UA" sz="1600"/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Single-ended / Differential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dirty="0"/>
                        <a:t>Визначає, чи вимірюється сигнал відносно землі (</a:t>
                      </a:r>
                      <a:r>
                        <a:rPr lang="en-US" sz="1600" dirty="0"/>
                        <a:t>single-ended), </a:t>
                      </a:r>
                      <a:r>
                        <a:rPr lang="uk-UA" sz="1600" dirty="0"/>
                        <a:t>чи між двома входами (</a:t>
                      </a:r>
                      <a:r>
                        <a:rPr lang="en-US" sz="1600" dirty="0"/>
                        <a:t>differential).</a:t>
                      </a:r>
                    </a:p>
                  </a:txBody>
                  <a:tcPr marL="9119" marR="9119" marT="4559" marB="4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63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83037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99DD-D165-38CA-DECD-8003F325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Типи АЦП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68450CC-1381-6748-14FE-17330F8A6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591" y="1196752"/>
            <a:ext cx="11988114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400" dirty="0">
                <a:latin typeface="Arial" panose="020B0604020202020204" pitchFamily="34" charset="0"/>
              </a:rPr>
              <a:t>Типи АЦП, котрі використовуються найбільш часто: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 (Successive Approximation Register ADC)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Sigma-Delta (ΣΔ ADC)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 (Parallel) ADC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Pipelined ADC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Dual-Slope (Integrating) ADC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Time-to-Digital Converter (TDC)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Ramp (Counting) ADC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uk-UA" altLang="uk-UA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uk-UA" altLang="uk-UA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400" dirty="0">
                <a:latin typeface="Arial" panose="020B0604020202020204" pitchFamily="34" charset="0"/>
              </a:rPr>
              <a:t>Коментар Олега С: </a:t>
            </a:r>
            <a:r>
              <a:rPr kumimoji="0" lang="uk-UA" altLang="uk-UA" sz="1400" i="1" dirty="0">
                <a:latin typeface="Arial" panose="020B0604020202020204" pitchFamily="34" charset="0"/>
              </a:rPr>
              <a:t>ми їх будемо розглядати у порядку підвищення складності. Як показує практика розглянути всі не вдасця, тому розглянемо кілька для розуміння перетворення аналового сигналу в цифровий код </a:t>
            </a:r>
          </a:p>
        </p:txBody>
      </p:sp>
    </p:spTree>
    <p:extLst>
      <p:ext uri="{BB962C8B-B14F-4D97-AF65-F5344CB8AC3E}">
        <p14:creationId xmlns:p14="http://schemas.microsoft.com/office/powerpoint/2010/main" val="170509424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2746-948A-498F-F37C-94FDFB9F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(Parallel) ADC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7C3C4-9A35-A1E0-8E94-E47009A56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94" t="2888" r="3933" b="4057"/>
          <a:stretch/>
        </p:blipFill>
        <p:spPr>
          <a:xfrm>
            <a:off x="47328" y="1062220"/>
            <a:ext cx="5103468" cy="531910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DB4823-D951-2D2F-4717-611CB54B2E81}"/>
              </a:ext>
            </a:extLst>
          </p:cNvPr>
          <p:cNvSpPr txBox="1"/>
          <p:nvPr/>
        </p:nvSpPr>
        <p:spPr>
          <a:xfrm>
            <a:off x="4655840" y="116632"/>
            <a:ext cx="74888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Flash ADC </a:t>
            </a:r>
            <a:r>
              <a:rPr lang="uk-UA" dirty="0"/>
              <a:t>працює </a:t>
            </a:r>
            <a:r>
              <a:rPr lang="uk-UA" b="1" dirty="0"/>
              <a:t>найшвидше</a:t>
            </a:r>
            <a:r>
              <a:rPr lang="uk-UA" dirty="0"/>
              <a:t> серед усіх типів АЦП, оскільки проводить </a:t>
            </a:r>
            <a:r>
              <a:rPr lang="uk-UA" b="1" dirty="0"/>
              <a:t>усе перетворення за один такт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Він має: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2</a:t>
            </a:r>
            <a:r>
              <a:rPr lang="en-US" b="1" dirty="0"/>
              <a:t>ⁿ – 1 </a:t>
            </a:r>
            <a:r>
              <a:rPr lang="uk-UA" b="1" dirty="0"/>
              <a:t>компараторів</a:t>
            </a:r>
            <a:r>
              <a:rPr lang="uk-UA" dirty="0"/>
              <a:t>, де </a:t>
            </a:r>
            <a:r>
              <a:rPr lang="en-US" i="1" dirty="0"/>
              <a:t>n</a:t>
            </a:r>
            <a:r>
              <a:rPr lang="en-US" dirty="0"/>
              <a:t> — </a:t>
            </a:r>
            <a:r>
              <a:rPr lang="uk-UA" dirty="0"/>
              <a:t>кількість біт роздільної здатності;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Резистивний подільник напруги</a:t>
            </a:r>
            <a:r>
              <a:rPr lang="uk-UA" dirty="0"/>
              <a:t>, що створює еталонні рівні;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Комбінаторну логіку (енкодер)</a:t>
            </a:r>
            <a:r>
              <a:rPr lang="uk-UA" dirty="0"/>
              <a:t>, яка перетворює вихід компараторів у бінарний код.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0479E2-AC4B-211F-B2A7-740710475E2E}"/>
              </a:ext>
            </a:extLst>
          </p:cNvPr>
          <p:cNvSpPr txBox="1"/>
          <p:nvPr/>
        </p:nvSpPr>
        <p:spPr>
          <a:xfrm>
            <a:off x="1631504" y="5657671"/>
            <a:ext cx="106571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Наприклад, 3-бітна </a:t>
            </a:r>
            <a:r>
              <a:rPr lang="en-US" dirty="0"/>
              <a:t>Flash ADC </a:t>
            </a:r>
            <a:r>
              <a:rPr lang="uk-UA" dirty="0"/>
              <a:t>має 7 компараторів, кожен порівнює вхідну напругу з певним рівнем.Якщо вхідна напруга більша за рівень — компаратор видає "1".Усі "1" приходять на вхід енкодера, який формує цифрове представлення сигналу.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83CC4E-3ECF-38FC-4F4C-C66F69FA4225}"/>
              </a:ext>
            </a:extLst>
          </p:cNvPr>
          <p:cNvSpPr txBox="1"/>
          <p:nvPr/>
        </p:nvSpPr>
        <p:spPr>
          <a:xfrm>
            <a:off x="5375920" y="2256547"/>
            <a:ext cx="65403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Переваги:</a:t>
            </a:r>
            <a:r>
              <a:rPr lang="en-US" dirty="0"/>
              <a:t> </a:t>
            </a:r>
            <a:endParaRPr lang="uk-UA" dirty="0"/>
          </a:p>
          <a:p>
            <a:r>
              <a:rPr lang="uk-UA" dirty="0"/>
              <a:t>Швидкість (наносекунди).</a:t>
            </a:r>
          </a:p>
          <a:p>
            <a:r>
              <a:rPr lang="uk-UA" dirty="0"/>
              <a:t>Ідеально підходить для високочастотних сигналів.</a:t>
            </a:r>
          </a:p>
          <a:p>
            <a:r>
              <a:rPr lang="uk-UA" dirty="0"/>
              <a:t>Без затримок (немає внутрішнього такту або послідовного проходження етапів).</a:t>
            </a:r>
          </a:p>
          <a:p>
            <a:r>
              <a:rPr lang="uk-UA" b="1" dirty="0"/>
              <a:t>Недоліки: </a:t>
            </a:r>
          </a:p>
          <a:p>
            <a:r>
              <a:rPr lang="uk-UA" dirty="0"/>
              <a:t>Експоненційне зростання кількості компараторів з ростом розрядності (8 біт → 255 компараторів).</a:t>
            </a:r>
          </a:p>
          <a:p>
            <a:r>
              <a:rPr lang="uk-UA" dirty="0"/>
              <a:t>Велике споживання енергії.</a:t>
            </a:r>
          </a:p>
          <a:p>
            <a:r>
              <a:rPr lang="uk-UA" dirty="0"/>
              <a:t>Складність в реалізації при високій точності.</a:t>
            </a:r>
          </a:p>
        </p:txBody>
      </p:sp>
    </p:spTree>
    <p:extLst>
      <p:ext uri="{BB962C8B-B14F-4D97-AF65-F5344CB8AC3E}">
        <p14:creationId xmlns:p14="http://schemas.microsoft.com/office/powerpoint/2010/main" val="21894345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0EFB-85CC-08E9-3688-2AE99F5F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slope </a:t>
            </a:r>
            <a:r>
              <a:rPr lang="en-US" dirty="0" err="1"/>
              <a:t>adc</a:t>
            </a:r>
            <a:endParaRPr lang="uk-U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4592876-823E-27E2-7E89-2C2923C51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" r="20"/>
          <a:stretch/>
        </p:blipFill>
        <p:spPr>
          <a:xfrm>
            <a:off x="335360" y="1844824"/>
            <a:ext cx="11716730" cy="482453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23BC20-1084-D79E-11D6-C0B5D245AE4A}"/>
              </a:ext>
            </a:extLst>
          </p:cNvPr>
          <p:cNvSpPr txBox="1"/>
          <p:nvPr/>
        </p:nvSpPr>
        <p:spPr>
          <a:xfrm>
            <a:off x="322740" y="1196752"/>
            <a:ext cx="11749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Single-Slope ADC </a:t>
            </a:r>
            <a:r>
              <a:rPr lang="uk-UA" dirty="0"/>
              <a:t>працює за методом часового вимірювання, оскільки створює лінійно зростаючу напругу (рампу) і вимірює час, за який ця напруга досягає рівня вхідного аналогового сигналу</a:t>
            </a:r>
          </a:p>
        </p:txBody>
      </p:sp>
    </p:spTree>
    <p:extLst>
      <p:ext uri="{BB962C8B-B14F-4D97-AF65-F5344CB8AC3E}">
        <p14:creationId xmlns:p14="http://schemas.microsoft.com/office/powerpoint/2010/main" val="71035378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00C1-3985-4230-5C67-5A537B2C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slope </a:t>
            </a:r>
            <a:r>
              <a:rPr lang="en-US" dirty="0" err="1"/>
              <a:t>adc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0620-2956-4206-D221-642BBAD5C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230359"/>
            <a:ext cx="11244574" cy="4216795"/>
          </a:xfrm>
        </p:spPr>
        <p:txBody>
          <a:bodyPr/>
          <a:lstStyle/>
          <a:p>
            <a:pPr>
              <a:buNone/>
            </a:pPr>
            <a:r>
              <a:rPr lang="ru-RU" sz="1800" b="1" dirty="0"/>
              <a:t>Переваги:</a:t>
            </a:r>
          </a:p>
          <a:p>
            <a:r>
              <a:rPr lang="ru-RU" sz="1800" dirty="0"/>
              <a:t>Проста реалізація</a:t>
            </a:r>
          </a:p>
          <a:p>
            <a:r>
              <a:rPr lang="ru-RU" sz="1800" dirty="0"/>
              <a:t>Низька вартість</a:t>
            </a:r>
          </a:p>
          <a:p>
            <a:r>
              <a:rPr lang="ru-RU" sz="1800" dirty="0"/>
              <a:t>Хороша лінійність за умови стабільного генератора рампи</a:t>
            </a:r>
          </a:p>
          <a:p>
            <a:r>
              <a:rPr lang="ru-RU" sz="1800" dirty="0"/>
              <a:t>Легко реалізується в навчальних і лабораторних системах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ru-RU" sz="1800" dirty="0"/>
          </a:p>
          <a:p>
            <a:pPr>
              <a:buNone/>
            </a:pPr>
            <a:r>
              <a:rPr lang="ru-RU" sz="1800" b="1" dirty="0"/>
              <a:t>Недоліки:</a:t>
            </a:r>
          </a:p>
          <a:p>
            <a:r>
              <a:rPr lang="ru-RU" sz="1800" dirty="0"/>
              <a:t>Повільний — потрібен повний цикл рампи на кожне вимірювання</a:t>
            </a:r>
          </a:p>
          <a:p>
            <a:r>
              <a:rPr lang="ru-RU" sz="1800" dirty="0"/>
              <a:t>Чутливий до шумів і нестабільності тактового генератора</a:t>
            </a:r>
          </a:p>
          <a:p>
            <a:r>
              <a:rPr lang="ru-RU" sz="1800" dirty="0"/>
              <a:t>Точність обмежується стабільністю джерела струму або генератора рампи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308314987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A04A-CA20-986E-194A-1F1922BD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slope ADC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A3B0B-BF68-3088-35EE-735E6DD41F6C}"/>
              </a:ext>
            </a:extLst>
          </p:cNvPr>
          <p:cNvSpPr txBox="1"/>
          <p:nvPr/>
        </p:nvSpPr>
        <p:spPr>
          <a:xfrm>
            <a:off x="335360" y="1244429"/>
            <a:ext cx="60486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Dual slope </a:t>
            </a:r>
            <a:r>
              <a:rPr lang="uk-UA" dirty="0"/>
              <a:t>АЦП заснований на </a:t>
            </a:r>
            <a:r>
              <a:rPr lang="uk-UA" b="1" dirty="0"/>
              <a:t>інтегруванні вхідної напруги</a:t>
            </a:r>
            <a:r>
              <a:rPr lang="uk-UA" dirty="0"/>
              <a:t> протягом фіксованого часу, а потім </a:t>
            </a:r>
            <a:r>
              <a:rPr lang="uk-UA" b="1" dirty="0"/>
              <a:t>деінтегруванні</a:t>
            </a:r>
            <a:r>
              <a:rPr lang="uk-UA" dirty="0"/>
              <a:t> за допомогою еталонної напруги.</a:t>
            </a:r>
            <a:br>
              <a:rPr lang="uk-UA" dirty="0"/>
            </a:br>
            <a:r>
              <a:rPr lang="uk-UA" dirty="0"/>
              <a:t>Цифрове значення сигналу визначається </a:t>
            </a:r>
            <a:r>
              <a:rPr lang="uk-UA" b="1" dirty="0"/>
              <a:t>часом деінтегрування</a:t>
            </a:r>
            <a:r>
              <a:rPr lang="uk-UA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1E43209-185F-DBD3-3865-9B8ED21E4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36" t="3798" b="3798"/>
          <a:stretch/>
        </p:blipFill>
        <p:spPr>
          <a:xfrm>
            <a:off x="333554" y="1412776"/>
            <a:ext cx="1164169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7962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D8D2-B6DA-3516-6F04-74E33758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slope ADC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FAC3-079E-E1AC-A7B1-6F38EBE81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215802"/>
            <a:ext cx="11244574" cy="5044971"/>
          </a:xfrm>
        </p:spPr>
        <p:txBody>
          <a:bodyPr/>
          <a:lstStyle/>
          <a:p>
            <a:r>
              <a:rPr lang="uk-UA" b="1" dirty="0"/>
              <a:t>Переваги:</a:t>
            </a:r>
            <a:endParaRPr lang="en-US" b="1" dirty="0"/>
          </a:p>
          <a:p>
            <a:r>
              <a:rPr lang="uk-UA" dirty="0"/>
              <a:t>Висока точність і стабільність</a:t>
            </a:r>
            <a:endParaRPr lang="en-US" dirty="0"/>
          </a:p>
          <a:p>
            <a:r>
              <a:rPr lang="uk-UA" dirty="0"/>
              <a:t>Дуже хороша відмовостійкість до шумів (особливо мережевих — 50/60 Гц)</a:t>
            </a:r>
            <a:endParaRPr lang="en-US" dirty="0"/>
          </a:p>
          <a:p>
            <a:r>
              <a:rPr lang="uk-UA" dirty="0"/>
              <a:t>Просте масштабування точності (довші фази → більше розрядів)</a:t>
            </a:r>
            <a:endParaRPr lang="en-US" dirty="0"/>
          </a:p>
          <a:p>
            <a:endParaRPr lang="en-US" dirty="0"/>
          </a:p>
          <a:p>
            <a:r>
              <a:rPr lang="uk-UA" b="1" dirty="0"/>
              <a:t>Недоліки:</a:t>
            </a:r>
            <a:endParaRPr lang="en-US" b="1" dirty="0"/>
          </a:p>
          <a:p>
            <a:r>
              <a:rPr lang="uk-UA" dirty="0"/>
              <a:t>Низька швидкість перетворення</a:t>
            </a:r>
            <a:endParaRPr lang="en-US" dirty="0"/>
          </a:p>
          <a:p>
            <a:r>
              <a:rPr lang="uk-UA" dirty="0"/>
              <a:t>Не підходить для швидкозмінних сигналів</a:t>
            </a:r>
            <a:endParaRPr lang="en-US" dirty="0"/>
          </a:p>
          <a:p>
            <a:endParaRPr lang="en-US" dirty="0"/>
          </a:p>
          <a:p>
            <a:r>
              <a:rPr lang="uk-UA" b="1" dirty="0"/>
              <a:t>Застосування:</a:t>
            </a:r>
            <a:endParaRPr lang="en-US" b="1" dirty="0"/>
          </a:p>
          <a:p>
            <a:r>
              <a:rPr lang="uk-UA" dirty="0"/>
              <a:t>Цифрові мультиметри</a:t>
            </a:r>
            <a:endParaRPr lang="en-US" dirty="0"/>
          </a:p>
          <a:p>
            <a:r>
              <a:rPr lang="uk-UA" dirty="0"/>
              <a:t>Прецизійні вимірювальні прилади</a:t>
            </a:r>
            <a:endParaRPr lang="en-US" dirty="0"/>
          </a:p>
          <a:p>
            <a:r>
              <a:rPr lang="uk-UA" dirty="0"/>
              <a:t>Індустріальні сенсориСистеми, де головне — точність, а не швидкість</a:t>
            </a:r>
          </a:p>
        </p:txBody>
      </p:sp>
    </p:spTree>
    <p:extLst>
      <p:ext uri="{BB962C8B-B14F-4D97-AF65-F5344CB8AC3E}">
        <p14:creationId xmlns:p14="http://schemas.microsoft.com/office/powerpoint/2010/main" val="293859853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33D7-34F5-76E1-0D5F-EC8E35F2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ADC (</a:t>
            </a:r>
            <a:r>
              <a:rPr lang="uk-UA" dirty="0"/>
              <a:t>слідкуючий АЦП</a:t>
            </a:r>
            <a:r>
              <a:rPr lang="en-US" dirty="0"/>
              <a:t>) 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459587-2CDC-373F-A5B1-ABBF8F7F4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46" t="5792" r="4176" b="9711"/>
          <a:stretch/>
        </p:blipFill>
        <p:spPr>
          <a:xfrm>
            <a:off x="263352" y="1988840"/>
            <a:ext cx="5688632" cy="2965102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DDDA45-8980-3E36-8760-BCA8CEE06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13" t="7143" r="3602" b="7143"/>
          <a:stretch/>
        </p:blipFill>
        <p:spPr>
          <a:xfrm>
            <a:off x="5951984" y="2072369"/>
            <a:ext cx="5976664" cy="2868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91083-327F-8F5F-92A8-A4FAC43071BC}"/>
              </a:ext>
            </a:extLst>
          </p:cNvPr>
          <p:cNvSpPr txBox="1"/>
          <p:nvPr/>
        </p:nvSpPr>
        <p:spPr>
          <a:xfrm>
            <a:off x="263352" y="1124744"/>
            <a:ext cx="11928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Tracking ADC </a:t>
            </a:r>
            <a:r>
              <a:rPr lang="uk-UA" dirty="0"/>
              <a:t>постійно порівнює вхідну аналогову напругу з цифровим значенням, сформованим вбудованим </a:t>
            </a:r>
            <a:r>
              <a:rPr lang="en-US" dirty="0"/>
              <a:t>DAC. </a:t>
            </a:r>
            <a:r>
              <a:rPr lang="uk-UA" dirty="0"/>
              <a:t>Залежно від результату порівняння, лічильник інкрементується або декрементується, і так підтримується актуальне цифрове представлення вхідного сигналу.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18FE1-8F05-3BD1-C237-194E65E33147}"/>
              </a:ext>
            </a:extLst>
          </p:cNvPr>
          <p:cNvSpPr txBox="1"/>
          <p:nvPr/>
        </p:nvSpPr>
        <p:spPr>
          <a:xfrm>
            <a:off x="0" y="4915034"/>
            <a:ext cx="5951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Переваги:</a:t>
            </a:r>
          </a:p>
          <a:p>
            <a:r>
              <a:rPr lang="ru-RU" dirty="0"/>
              <a:t>Безперервне оновлення цифрового значення (на відміну від дискретних типів)</a:t>
            </a:r>
          </a:p>
          <a:p>
            <a:r>
              <a:rPr lang="ru-RU" dirty="0"/>
              <a:t>Добре працює для повільно змінних сигналів</a:t>
            </a:r>
          </a:p>
          <a:p>
            <a:r>
              <a:rPr lang="ru-RU" dirty="0"/>
              <a:t>Простий у реалізації — використовується базовий лічильник, DAC, компаратор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59AC4-7F5D-0661-CA86-8D3AF79799C5}"/>
              </a:ext>
            </a:extLst>
          </p:cNvPr>
          <p:cNvSpPr txBox="1"/>
          <p:nvPr/>
        </p:nvSpPr>
        <p:spPr>
          <a:xfrm>
            <a:off x="5663952" y="4953942"/>
            <a:ext cx="6528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Недоліки:</a:t>
            </a:r>
          </a:p>
          <a:p>
            <a:r>
              <a:rPr lang="ru-RU" dirty="0"/>
              <a:t>Повільна реакція на швидкі зміни сигналу</a:t>
            </a:r>
          </a:p>
          <a:p>
            <a:r>
              <a:rPr lang="ru-RU" dirty="0"/>
              <a:t>Не підход</a:t>
            </a:r>
            <a:endParaRPr lang="en-US" dirty="0"/>
          </a:p>
          <a:p>
            <a:r>
              <a:rPr lang="ru-RU" dirty="0"/>
              <a:t>ить для сигналів з високою частотою</a:t>
            </a:r>
          </a:p>
          <a:p>
            <a:r>
              <a:rPr lang="ru-RU" dirty="0"/>
              <a:t>Чутливий до шуму</a:t>
            </a:r>
            <a:r>
              <a:rPr lang="en-US" dirty="0"/>
              <a:t> </a:t>
            </a:r>
            <a:r>
              <a:rPr lang="ru-RU" dirty="0"/>
              <a:t>можуть з’являтися коливання значення</a:t>
            </a:r>
          </a:p>
        </p:txBody>
      </p:sp>
    </p:spTree>
    <p:extLst>
      <p:ext uri="{BB962C8B-B14F-4D97-AF65-F5344CB8AC3E}">
        <p14:creationId xmlns:p14="http://schemas.microsoft.com/office/powerpoint/2010/main" val="412804377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F7D3-9071-77DD-7FD9-D316C3DC7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 ADC </a:t>
            </a:r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1C59-19F6-F352-3142-58455EDAF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196752"/>
            <a:ext cx="12072664" cy="1299074"/>
          </a:xfrm>
        </p:spPr>
        <p:txBody>
          <a:bodyPr/>
          <a:lstStyle/>
          <a:p>
            <a:r>
              <a:rPr lang="uk-UA" sz="1800" dirty="0"/>
              <a:t>АЦП із послідовним наближенням</a:t>
            </a:r>
            <a:r>
              <a:rPr lang="en-US" sz="1800" dirty="0"/>
              <a:t> </a:t>
            </a:r>
            <a:r>
              <a:rPr lang="uk-UA" sz="1800" dirty="0"/>
              <a:t>виконує </a:t>
            </a:r>
            <a:r>
              <a:rPr lang="uk-UA" sz="1800" b="1" dirty="0"/>
              <a:t>пошук значення вхідної напруги біт за бітом</a:t>
            </a:r>
            <a:r>
              <a:rPr lang="uk-UA" sz="1800" dirty="0"/>
              <a:t> — починаючи з найстаршого біта (</a:t>
            </a:r>
            <a:r>
              <a:rPr lang="en-US" sz="1800" dirty="0"/>
              <a:t>MSB) </a:t>
            </a:r>
            <a:r>
              <a:rPr lang="uk-UA" sz="1800" dirty="0"/>
              <a:t>до наймолодшого (</a:t>
            </a:r>
            <a:r>
              <a:rPr lang="en-US" sz="1800" dirty="0"/>
              <a:t>LSB). </a:t>
            </a:r>
            <a:r>
              <a:rPr lang="uk-UA" sz="1800" dirty="0"/>
              <a:t>На кожному кроці цифрове значення подається на </a:t>
            </a:r>
            <a:r>
              <a:rPr lang="uk-UA" sz="1800" b="1" dirty="0"/>
              <a:t>вбудований ЦАП</a:t>
            </a:r>
            <a:r>
              <a:rPr lang="uk-UA" sz="1800" dirty="0"/>
              <a:t>, порівнюється з вхідним сигналом, і рішення зберігається в </a:t>
            </a:r>
            <a:r>
              <a:rPr lang="en-US" sz="1800" b="1" dirty="0"/>
              <a:t>Successive Approximation Register (SAR)</a:t>
            </a:r>
            <a:r>
              <a:rPr lang="en-US" sz="1800" dirty="0"/>
              <a:t>.</a:t>
            </a:r>
            <a:endParaRPr lang="uk-UA" sz="18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D6702D8-90ED-D9C5-1F65-BDECB0F57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757" b="7906"/>
          <a:stretch/>
        </p:blipFill>
        <p:spPr>
          <a:xfrm>
            <a:off x="1487488" y="2564904"/>
            <a:ext cx="8618822" cy="28083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CE7A5E-B96E-1959-01CA-E850CCED2470}"/>
              </a:ext>
            </a:extLst>
          </p:cNvPr>
          <p:cNvSpPr txBox="1"/>
          <p:nvPr/>
        </p:nvSpPr>
        <p:spPr>
          <a:xfrm>
            <a:off x="87327" y="5589240"/>
            <a:ext cx="12072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and hold circuit — </a:t>
            </a:r>
            <a:r>
              <a:rPr lang="uk-UA" dirty="0"/>
              <a:t>це аналоговий блок, що </a:t>
            </a:r>
            <a:r>
              <a:rPr lang="uk-UA" b="1" dirty="0"/>
              <a:t>захоплює і зберігає миттєве значення вхідного сигналу</a:t>
            </a:r>
            <a:r>
              <a:rPr lang="uk-UA" dirty="0"/>
              <a:t> на час, потрібний для перетворення в цифрову форму.</a:t>
            </a:r>
            <a:r>
              <a:rPr lang="en-US" dirty="0"/>
              <a:t> </a:t>
            </a:r>
            <a:r>
              <a:rPr lang="uk-UA" dirty="0"/>
              <a:t>Це дозволяє </a:t>
            </a:r>
            <a:r>
              <a:rPr lang="uk-UA" b="1" dirty="0"/>
              <a:t>"заморозити" сигнал</a:t>
            </a:r>
            <a:r>
              <a:rPr lang="uk-UA" dirty="0"/>
              <a:t>, щоб АЦП працював із фіксованим значенням, навіть якщо аналоговий сигнал змінюється.</a:t>
            </a:r>
          </a:p>
        </p:txBody>
      </p:sp>
    </p:spTree>
    <p:extLst>
      <p:ext uri="{BB962C8B-B14F-4D97-AF65-F5344CB8AC3E}">
        <p14:creationId xmlns:p14="http://schemas.microsoft.com/office/powerpoint/2010/main" val="273314979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BA93-1588-218C-AD1D-29B72F6A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 ADC 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798213-ED03-BF2D-C6F3-76A945840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9" r="38613"/>
          <a:stretch/>
        </p:blipFill>
        <p:spPr>
          <a:xfrm>
            <a:off x="47328" y="1052736"/>
            <a:ext cx="4680520" cy="4104456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358A8FF-CB4D-D785-5699-912925840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281"/>
          <a:stretch/>
        </p:blipFill>
        <p:spPr>
          <a:xfrm>
            <a:off x="8669803" y="979029"/>
            <a:ext cx="3088425" cy="41044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2F7822-FFCC-C5DD-80F2-D88F7D8CBD2B}"/>
              </a:ext>
            </a:extLst>
          </p:cNvPr>
          <p:cNvSpPr txBox="1"/>
          <p:nvPr/>
        </p:nvSpPr>
        <p:spPr>
          <a:xfrm>
            <a:off x="3960124" y="116632"/>
            <a:ext cx="58082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SAR</a:t>
            </a:r>
            <a:r>
              <a:rPr lang="uk-UA" dirty="0"/>
              <a:t> працює за принципом бінарного пошуку. </a:t>
            </a:r>
          </a:p>
          <a:p>
            <a:r>
              <a:rPr lang="uk-UA" dirty="0"/>
              <a:t>На нульому кроці встановлює </a:t>
            </a:r>
            <a:r>
              <a:rPr lang="en-US" dirty="0"/>
              <a:t>MSB = 1, </a:t>
            </a:r>
            <a:r>
              <a:rPr lang="uk-UA" dirty="0"/>
              <a:t>решта — 0.</a:t>
            </a:r>
          </a:p>
          <a:p>
            <a:r>
              <a:rPr lang="uk-UA" dirty="0"/>
              <a:t>Вихід ЦАП порівнюється з вхідною напругою:</a:t>
            </a:r>
          </a:p>
          <a:p>
            <a:r>
              <a:rPr lang="uk-UA" dirty="0"/>
              <a:t>Якщо </a:t>
            </a:r>
            <a:r>
              <a:rPr lang="en-US" dirty="0"/>
              <a:t>In+</a:t>
            </a:r>
            <a:r>
              <a:rPr lang="uk-UA" dirty="0"/>
              <a:t>&lt;𝑉𝑖𝑛</a:t>
            </a:r>
            <a:r>
              <a:rPr lang="en-US" dirty="0"/>
              <a:t>, </a:t>
            </a:r>
            <a:r>
              <a:rPr lang="uk-UA" dirty="0"/>
              <a:t>біт залишається в 1, </a:t>
            </a:r>
          </a:p>
          <a:p>
            <a:r>
              <a:rPr lang="uk-UA" dirty="0"/>
              <a:t>Якщо </a:t>
            </a:r>
            <a:r>
              <a:rPr lang="en-US" dirty="0"/>
              <a:t>In+</a:t>
            </a:r>
            <a:r>
              <a:rPr lang="uk-UA" dirty="0"/>
              <a:t>&gt;𝑉𝑖𝑛</a:t>
            </a:r>
            <a:r>
              <a:rPr lang="en-US" dirty="0"/>
              <a:t>, </a:t>
            </a:r>
            <a:r>
              <a:rPr lang="uk-UA" dirty="0"/>
              <a:t>біт обнуляється</a:t>
            </a:r>
          </a:p>
          <a:p>
            <a:r>
              <a:rPr lang="uk-UA" dirty="0"/>
              <a:t>Переходять до наступного біта, і так до </a:t>
            </a:r>
            <a:r>
              <a:rPr lang="en-US" dirty="0"/>
              <a:t>LSB.</a:t>
            </a:r>
            <a:endParaRPr lang="uk-UA" dirty="0"/>
          </a:p>
          <a:p>
            <a:r>
              <a:rPr lang="uk-UA" dirty="0"/>
              <a:t>Результат — цифровий еквівалент вхідної напруги.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8E8031-E5BF-3B1F-8E78-384E3359D973}"/>
              </a:ext>
            </a:extLst>
          </p:cNvPr>
          <p:cNvSpPr txBox="1"/>
          <p:nvPr/>
        </p:nvSpPr>
        <p:spPr>
          <a:xfrm>
            <a:off x="0" y="4983277"/>
            <a:ext cx="6132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/>
              <a:t>Переваги:</a:t>
            </a:r>
          </a:p>
          <a:p>
            <a:r>
              <a:rPr lang="uk-UA" dirty="0"/>
              <a:t>Швидкий і точний (значно швидший за інтегруючі типи)</a:t>
            </a:r>
          </a:p>
          <a:p>
            <a:r>
              <a:rPr lang="uk-UA" dirty="0"/>
              <a:t>Невелике енергоспоживання</a:t>
            </a:r>
          </a:p>
          <a:p>
            <a:r>
              <a:rPr lang="uk-UA" dirty="0"/>
              <a:t>Добре масштабується до 12–16 біт</a:t>
            </a:r>
          </a:p>
          <a:p>
            <a:r>
              <a:rPr lang="uk-UA" dirty="0"/>
              <a:t>Ідеальний компроміс між швидкістю і точністю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E0164-49CD-53F0-50E7-CA3E6AB018FB}"/>
              </a:ext>
            </a:extLst>
          </p:cNvPr>
          <p:cNvSpPr txBox="1"/>
          <p:nvPr/>
        </p:nvSpPr>
        <p:spPr>
          <a:xfrm>
            <a:off x="6227752" y="4994485"/>
            <a:ext cx="5916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/>
              <a:t>Недоліки:</a:t>
            </a:r>
          </a:p>
          <a:p>
            <a:r>
              <a:rPr lang="uk-UA" dirty="0"/>
              <a:t>Складніша логіка керування, ніж в інтегруючих типах</a:t>
            </a:r>
          </a:p>
          <a:p>
            <a:r>
              <a:rPr lang="uk-UA" dirty="0"/>
              <a:t>Швидкість обмежена кількістю біт (час ∝ </a:t>
            </a:r>
            <a:r>
              <a:rPr lang="en-US" dirty="0"/>
              <a:t>n </a:t>
            </a:r>
            <a:r>
              <a:rPr lang="uk-UA" dirty="0"/>
              <a:t>тактів)</a:t>
            </a:r>
          </a:p>
          <a:p>
            <a:r>
              <a:rPr lang="uk-UA" dirty="0"/>
              <a:t>Чутливий до помилок при нестабільності джерела напруги чи шумі</a:t>
            </a:r>
          </a:p>
        </p:txBody>
      </p:sp>
    </p:spTree>
    <p:extLst>
      <p:ext uri="{BB962C8B-B14F-4D97-AF65-F5344CB8AC3E}">
        <p14:creationId xmlns:p14="http://schemas.microsoft.com/office/powerpoint/2010/main" val="31101890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37A5-6BDA-4496-BFA2-48EC8B9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1412776"/>
            <a:ext cx="5280000" cy="300339"/>
          </a:xfrm>
        </p:spPr>
        <p:txBody>
          <a:bodyPr/>
          <a:lstStyle/>
          <a:p>
            <a:r>
              <a:rPr lang="en-US" altLang="ja-JP" dirty="0"/>
              <a:t>Renesas.com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084dd9f6-50cb-4ac1-978b-315f52073de3" xsi:nil="true"/>
    <PublishingStartDate xmlns="084dd9f6-50cb-4ac1-978b-315f52073de3" xsi:nil="true"/>
    <lcf76f155ced4ddcb4097134ff3c332f xmlns="084dd9f6-50cb-4ac1-978b-315f52073de3">
      <Terms xmlns="http://schemas.microsoft.com/office/infopath/2007/PartnerControls"/>
    </lcf76f155ced4ddcb4097134ff3c332f>
    <TaxCatchAll xmlns="c24288ec-b664-4237-bfbf-b4d89727903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DF933AFDC72644BEC2DD4A66F8588E" ma:contentTypeVersion="28" ma:contentTypeDescription="Create a new document." ma:contentTypeScope="" ma:versionID="3dd8df1517bf577a475a4dfa29d7bfdf">
  <xsd:schema xmlns:xsd="http://www.w3.org/2001/XMLSchema" xmlns:xs="http://www.w3.org/2001/XMLSchema" xmlns:p="http://schemas.microsoft.com/office/2006/metadata/properties" xmlns:ns2="084dd9f6-50cb-4ac1-978b-315f52073de3" xmlns:ns3="e45712e8-6429-47e4-bf94-5d5d0cff5b2d" xmlns:ns4="c24288ec-b664-4237-bfbf-b4d897279037" targetNamespace="http://schemas.microsoft.com/office/2006/metadata/properties" ma:root="true" ma:fieldsID="8bae32201aecd5b4bbcca88f6431800b" ns2:_="" ns3:_="" ns4:_="">
    <xsd:import namespace="084dd9f6-50cb-4ac1-978b-315f52073de3"/>
    <xsd:import namespace="e45712e8-6429-47e4-bf94-5d5d0cff5b2d"/>
    <xsd:import namespace="c24288ec-b664-4237-bfbf-b4d897279037"/>
    <xsd:element name="properties">
      <xsd:complexType>
        <xsd:sequence>
          <xsd:element name="documentManagement">
            <xsd:complexType>
              <xsd:all>
                <xsd:element ref="ns2:PublishingStartDate" minOccurs="0"/>
                <xsd:element ref="ns2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dd9f6-50cb-4ac1-978b-315f52073de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format="DateTime" ma:internalName="PublishingStartDate" ma:readOnly="fals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format="DateTime" ma:internalName="PublishingExpirationDate" ma:readOnly="false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712e8-6429-47e4-bf94-5d5d0cff5b2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288ec-b664-4237-bfbf-b4d89727903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4fdab1bc-26b5-407e-99d0-649d445c7cd6}" ma:internalName="TaxCatchAll" ma:showField="CatchAllData" ma:web="e45712e8-6429-47e4-bf94-5d5d0cff5b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84dd9f6-50cb-4ac1-978b-315f52073de3"/>
    <ds:schemaRef ds:uri="http://purl.org/dc/elements/1.1/"/>
    <ds:schemaRef ds:uri="http://schemas.microsoft.com/office/2006/metadata/properties"/>
    <ds:schemaRef ds:uri="http://schemas.microsoft.com/office/2006/documentManagement/types"/>
    <ds:schemaRef ds:uri="e45712e8-6429-47e4-bf94-5d5d0cff5b2d"/>
    <ds:schemaRef ds:uri="http://www.w3.org/XML/1998/namespace"/>
    <ds:schemaRef ds:uri="c24288ec-b664-4237-bfbf-b4d897279037"/>
  </ds:schemaRefs>
</ds:datastoreItem>
</file>

<file path=customXml/itemProps3.xml><?xml version="1.0" encoding="utf-8"?>
<ds:datastoreItem xmlns:ds="http://schemas.openxmlformats.org/officeDocument/2006/customXml" ds:itemID="{B66FD1DD-1A8E-4762-87CD-B3639EDAE8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4dd9f6-50cb-4ac1-978b-315f52073de3"/>
    <ds:schemaRef ds:uri="e45712e8-6429-47e4-bf94-5d5d0cff5b2d"/>
    <ds:schemaRef ds:uri="c24288ec-b664-4237-bfbf-b4d897279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10981</TotalTime>
  <Words>1712</Words>
  <Application>Microsoft Office PowerPoint</Application>
  <PresentationFormat>Widescreen</PresentationFormat>
  <Paragraphs>170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Narrow</vt:lpstr>
      <vt:lpstr>Calibri</vt:lpstr>
      <vt:lpstr>Symbol</vt:lpstr>
      <vt:lpstr>Wingdings</vt:lpstr>
      <vt:lpstr>Renesas Template 2022 - EN Confidential</vt:lpstr>
      <vt:lpstr>PowerPoint Presentation</vt:lpstr>
      <vt:lpstr>Історія створення </vt:lpstr>
      <vt:lpstr>How does ADC work?</vt:lpstr>
      <vt:lpstr>PowerPoint Presentation</vt:lpstr>
      <vt:lpstr>Вступ до АЦП</vt:lpstr>
      <vt:lpstr>Основні етапи перетворення</vt:lpstr>
      <vt:lpstr>Основні параметри АЦП</vt:lpstr>
      <vt:lpstr>Типи АЦП</vt:lpstr>
      <vt:lpstr>Flash (Parallel) ADC</vt:lpstr>
      <vt:lpstr>single slope adc</vt:lpstr>
      <vt:lpstr>single slope adc</vt:lpstr>
      <vt:lpstr>Dual slope ADC</vt:lpstr>
      <vt:lpstr>Dual slope ADC</vt:lpstr>
      <vt:lpstr>Tracking ADC (слідкуючий АЦП) </vt:lpstr>
      <vt:lpstr>SAR ADC </vt:lpstr>
      <vt:lpstr>SAR ADC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Olesia Uhrynovych</dc:creator>
  <cp:lastModifiedBy>Oleh Sapiha</cp:lastModifiedBy>
  <cp:revision>9</cp:revision>
  <dcterms:created xsi:type="dcterms:W3CDTF">2024-12-12T13:59:23Z</dcterms:created>
  <dcterms:modified xsi:type="dcterms:W3CDTF">2025-04-27T12:40:28Z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0x010100ACDF933AFDC72644BEC2DD4A66F8588E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</Properties>
</file>