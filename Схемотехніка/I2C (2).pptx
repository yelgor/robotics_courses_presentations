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6" r:id="rId4"/>
  </p:sldMasterIdLst>
  <p:notesMasterIdLst>
    <p:notesMasterId r:id="rId24"/>
  </p:notesMasterIdLst>
  <p:sldIdLst>
    <p:sldId id="443" r:id="rId5"/>
    <p:sldId id="456" r:id="rId6"/>
    <p:sldId id="457" r:id="rId7"/>
    <p:sldId id="458" r:id="rId8"/>
    <p:sldId id="459" r:id="rId9"/>
    <p:sldId id="460" r:id="rId10"/>
    <p:sldId id="461" r:id="rId11"/>
    <p:sldId id="462" r:id="rId12"/>
    <p:sldId id="464" r:id="rId13"/>
    <p:sldId id="463" r:id="rId14"/>
    <p:sldId id="465" r:id="rId15"/>
    <p:sldId id="466" r:id="rId16"/>
    <p:sldId id="467" r:id="rId17"/>
    <p:sldId id="469" r:id="rId18"/>
    <p:sldId id="468" r:id="rId19"/>
    <p:sldId id="470" r:id="rId20"/>
    <p:sldId id="471" r:id="rId21"/>
    <p:sldId id="472" r:id="rId22"/>
    <p:sldId id="363" r:id="rId2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90B8"/>
    <a:srgbClr val="BFBEBE"/>
    <a:srgbClr val="706F6F"/>
    <a:srgbClr val="999998"/>
    <a:srgbClr val="9E9D9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Helle Formatvorlage 2 - Akz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Helle Formatvorlage 1 - Akz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173" autoAdjust="0"/>
    <p:restoredTop sz="94627" autoAdjust="0"/>
  </p:normalViewPr>
  <p:slideViewPr>
    <p:cSldViewPr showGuides="1">
      <p:cViewPr varScale="1">
        <p:scale>
          <a:sx n="104" d="100"/>
          <a:sy n="104" d="100"/>
        </p:scale>
        <p:origin x="1032" y="318"/>
      </p:cViewPr>
      <p:guideLst/>
    </p:cSldViewPr>
  </p:slideViewPr>
  <p:outlineViewPr>
    <p:cViewPr>
      <p:scale>
        <a:sx n="33" d="100"/>
        <a:sy n="33" d="100"/>
      </p:scale>
      <p:origin x="0" y="-1794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76" d="100"/>
        <a:sy n="7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lesia Uhrynovych" userId="25f6040e-db4e-4f69-b278-8c5b53bbe525" providerId="ADAL" clId="{2A366E5C-31C0-4C3B-88F4-EC675AAC9D76}"/>
    <pc:docChg chg="undo custSel addSld modSld modMainMaster">
      <pc:chgData name="Olesia Uhrynovych" userId="25f6040e-db4e-4f69-b278-8c5b53bbe525" providerId="ADAL" clId="{2A366E5C-31C0-4C3B-88F4-EC675AAC9D76}" dt="2024-12-16T10:15:41.250" v="184" actId="1076"/>
      <pc:docMkLst>
        <pc:docMk/>
      </pc:docMkLst>
      <pc:sldChg chg="modTransition">
        <pc:chgData name="Olesia Uhrynovych" userId="25f6040e-db4e-4f69-b278-8c5b53bbe525" providerId="ADAL" clId="{2A366E5C-31C0-4C3B-88F4-EC675AAC9D76}" dt="2024-12-16T09:22:19.271" v="32"/>
        <pc:sldMkLst>
          <pc:docMk/>
          <pc:sldMk cId="3372854313" sldId="363"/>
        </pc:sldMkLst>
      </pc:sldChg>
      <pc:sldChg chg="modTransition">
        <pc:chgData name="Olesia Uhrynovych" userId="25f6040e-db4e-4f69-b278-8c5b53bbe525" providerId="ADAL" clId="{2A366E5C-31C0-4C3B-88F4-EC675AAC9D76}" dt="2024-12-16T09:22:19.271" v="32"/>
        <pc:sldMkLst>
          <pc:docMk/>
          <pc:sldMk cId="3565124972" sldId="370"/>
        </pc:sldMkLst>
      </pc:sldChg>
      <pc:sldChg chg="modTransition">
        <pc:chgData name="Olesia Uhrynovych" userId="25f6040e-db4e-4f69-b278-8c5b53bbe525" providerId="ADAL" clId="{2A366E5C-31C0-4C3B-88F4-EC675AAC9D76}" dt="2024-12-16T09:22:19.271" v="32"/>
        <pc:sldMkLst>
          <pc:docMk/>
          <pc:sldMk cId="2292503041" sldId="385"/>
        </pc:sldMkLst>
      </pc:sldChg>
      <pc:sldChg chg="delSp modSp modTransition modAnim">
        <pc:chgData name="Olesia Uhrynovych" userId="25f6040e-db4e-4f69-b278-8c5b53bbe525" providerId="ADAL" clId="{2A366E5C-31C0-4C3B-88F4-EC675AAC9D76}" dt="2024-12-16T09:23:38.966" v="39"/>
        <pc:sldMkLst>
          <pc:docMk/>
          <pc:sldMk cId="343798364" sldId="386"/>
        </pc:sldMkLst>
      </pc:sldChg>
      <pc:sldChg chg="modTransition">
        <pc:chgData name="Olesia Uhrynovych" userId="25f6040e-db4e-4f69-b278-8c5b53bbe525" providerId="ADAL" clId="{2A366E5C-31C0-4C3B-88F4-EC675AAC9D76}" dt="2024-12-16T09:22:19.271" v="32"/>
        <pc:sldMkLst>
          <pc:docMk/>
          <pc:sldMk cId="1258932244" sldId="387"/>
        </pc:sldMkLst>
      </pc:sldChg>
      <pc:sldChg chg="modTransition">
        <pc:chgData name="Olesia Uhrynovych" userId="25f6040e-db4e-4f69-b278-8c5b53bbe525" providerId="ADAL" clId="{2A366E5C-31C0-4C3B-88F4-EC675AAC9D76}" dt="2024-12-16T09:22:19.271" v="32"/>
        <pc:sldMkLst>
          <pc:docMk/>
          <pc:sldMk cId="719138458" sldId="388"/>
        </pc:sldMkLst>
      </pc:sldChg>
      <pc:sldChg chg="modSp mod modTransition">
        <pc:chgData name="Olesia Uhrynovych" userId="25f6040e-db4e-4f69-b278-8c5b53bbe525" providerId="ADAL" clId="{2A366E5C-31C0-4C3B-88F4-EC675AAC9D76}" dt="2024-12-16T09:22:19.271" v="32"/>
        <pc:sldMkLst>
          <pc:docMk/>
          <pc:sldMk cId="2105040390" sldId="389"/>
        </pc:sldMkLst>
      </pc:sldChg>
      <pc:sldChg chg="addSp delSp modSp mod modTransition delAnim modAnim">
        <pc:chgData name="Olesia Uhrynovych" userId="25f6040e-db4e-4f69-b278-8c5b53bbe525" providerId="ADAL" clId="{2A366E5C-31C0-4C3B-88F4-EC675AAC9D76}" dt="2024-12-16T09:35:10.667" v="76"/>
        <pc:sldMkLst>
          <pc:docMk/>
          <pc:sldMk cId="2581163582" sldId="408"/>
        </pc:sldMkLst>
      </pc:sldChg>
      <pc:sldChg chg="modTransition">
        <pc:chgData name="Olesia Uhrynovych" userId="25f6040e-db4e-4f69-b278-8c5b53bbe525" providerId="ADAL" clId="{2A366E5C-31C0-4C3B-88F4-EC675AAC9D76}" dt="2024-12-16T09:22:19.271" v="32"/>
        <pc:sldMkLst>
          <pc:docMk/>
          <pc:sldMk cId="752978931" sldId="415"/>
        </pc:sldMkLst>
      </pc:sldChg>
      <pc:sldChg chg="addSp modSp mod modTransition modAnim">
        <pc:chgData name="Olesia Uhrynovych" userId="25f6040e-db4e-4f69-b278-8c5b53bbe525" providerId="ADAL" clId="{2A366E5C-31C0-4C3B-88F4-EC675AAC9D76}" dt="2024-12-16T09:30:46.942" v="62"/>
        <pc:sldMkLst>
          <pc:docMk/>
          <pc:sldMk cId="1009908875" sldId="419"/>
        </pc:sldMkLst>
      </pc:sldChg>
      <pc:sldChg chg="addSp modSp mod modTransition modAnim">
        <pc:chgData name="Olesia Uhrynovych" userId="25f6040e-db4e-4f69-b278-8c5b53bbe525" providerId="ADAL" clId="{2A366E5C-31C0-4C3B-88F4-EC675AAC9D76}" dt="2024-12-16T09:32:44.836" v="65"/>
        <pc:sldMkLst>
          <pc:docMk/>
          <pc:sldMk cId="3033474914" sldId="420"/>
        </pc:sldMkLst>
      </pc:sldChg>
      <pc:sldChg chg="modTransition">
        <pc:chgData name="Olesia Uhrynovych" userId="25f6040e-db4e-4f69-b278-8c5b53bbe525" providerId="ADAL" clId="{2A366E5C-31C0-4C3B-88F4-EC675AAC9D76}" dt="2024-12-16T09:22:19.271" v="32"/>
        <pc:sldMkLst>
          <pc:docMk/>
          <pc:sldMk cId="3533984545" sldId="422"/>
        </pc:sldMkLst>
      </pc:sldChg>
      <pc:sldChg chg="modTransition">
        <pc:chgData name="Olesia Uhrynovych" userId="25f6040e-db4e-4f69-b278-8c5b53bbe525" providerId="ADAL" clId="{2A366E5C-31C0-4C3B-88F4-EC675AAC9D76}" dt="2024-12-16T09:22:19.271" v="32"/>
        <pc:sldMkLst>
          <pc:docMk/>
          <pc:sldMk cId="1746928226" sldId="425"/>
        </pc:sldMkLst>
      </pc:sldChg>
      <pc:sldChg chg="modTransition">
        <pc:chgData name="Olesia Uhrynovych" userId="25f6040e-db4e-4f69-b278-8c5b53bbe525" providerId="ADAL" clId="{2A366E5C-31C0-4C3B-88F4-EC675AAC9D76}" dt="2024-12-16T09:22:19.271" v="32"/>
        <pc:sldMkLst>
          <pc:docMk/>
          <pc:sldMk cId="2521078298" sldId="435"/>
        </pc:sldMkLst>
      </pc:sldChg>
      <pc:sldChg chg="modTransition">
        <pc:chgData name="Olesia Uhrynovych" userId="25f6040e-db4e-4f69-b278-8c5b53bbe525" providerId="ADAL" clId="{2A366E5C-31C0-4C3B-88F4-EC675AAC9D76}" dt="2024-12-16T09:22:19.271" v="32"/>
        <pc:sldMkLst>
          <pc:docMk/>
          <pc:sldMk cId="2837825574" sldId="438"/>
        </pc:sldMkLst>
      </pc:sldChg>
      <pc:sldChg chg="modTransition">
        <pc:chgData name="Olesia Uhrynovych" userId="25f6040e-db4e-4f69-b278-8c5b53bbe525" providerId="ADAL" clId="{2A366E5C-31C0-4C3B-88F4-EC675AAC9D76}" dt="2024-12-16T09:22:19.271" v="32"/>
        <pc:sldMkLst>
          <pc:docMk/>
          <pc:sldMk cId="4215966388" sldId="439"/>
        </pc:sldMkLst>
      </pc:sldChg>
      <pc:sldChg chg="modSp mod modTransition">
        <pc:chgData name="Olesia Uhrynovych" userId="25f6040e-db4e-4f69-b278-8c5b53bbe525" providerId="ADAL" clId="{2A366E5C-31C0-4C3B-88F4-EC675AAC9D76}" dt="2024-12-16T09:22:19.271" v="32"/>
        <pc:sldMkLst>
          <pc:docMk/>
          <pc:sldMk cId="2329584670" sldId="443"/>
        </pc:sldMkLst>
        <pc:spChg chg="mod">
          <ac:chgData name="Olesia Uhrynovych" userId="25f6040e-db4e-4f69-b278-8c5b53bbe525" providerId="ADAL" clId="{2A366E5C-31C0-4C3B-88F4-EC675AAC9D76}" dt="2024-12-12T14:42:14.323" v="0" actId="14100"/>
          <ac:spMkLst>
            <pc:docMk/>
            <pc:sldMk cId="2329584670" sldId="443"/>
            <ac:spMk id="6" creationId="{7006131E-FB56-425D-89D8-786378BA6FAA}"/>
          </ac:spMkLst>
        </pc:spChg>
      </pc:sldChg>
      <pc:sldChg chg="modTransition">
        <pc:chgData name="Olesia Uhrynovych" userId="25f6040e-db4e-4f69-b278-8c5b53bbe525" providerId="ADAL" clId="{2A366E5C-31C0-4C3B-88F4-EC675AAC9D76}" dt="2024-12-16T09:22:19.271" v="32"/>
        <pc:sldMkLst>
          <pc:docMk/>
          <pc:sldMk cId="2748107220" sldId="445"/>
        </pc:sldMkLst>
      </pc:sldChg>
      <pc:sldChg chg="modTransition">
        <pc:chgData name="Olesia Uhrynovych" userId="25f6040e-db4e-4f69-b278-8c5b53bbe525" providerId="ADAL" clId="{2A366E5C-31C0-4C3B-88F4-EC675AAC9D76}" dt="2024-12-16T09:22:19.271" v="32"/>
        <pc:sldMkLst>
          <pc:docMk/>
          <pc:sldMk cId="329552180" sldId="446"/>
        </pc:sldMkLst>
      </pc:sldChg>
      <pc:sldChg chg="modTransition">
        <pc:chgData name="Olesia Uhrynovych" userId="25f6040e-db4e-4f69-b278-8c5b53bbe525" providerId="ADAL" clId="{2A366E5C-31C0-4C3B-88F4-EC675AAC9D76}" dt="2024-12-16T09:22:19.271" v="32"/>
        <pc:sldMkLst>
          <pc:docMk/>
          <pc:sldMk cId="2082469529" sldId="447"/>
        </pc:sldMkLst>
      </pc:sldChg>
      <pc:sldChg chg="addSp modSp mod modTransition modAnim">
        <pc:chgData name="Olesia Uhrynovych" userId="25f6040e-db4e-4f69-b278-8c5b53bbe525" providerId="ADAL" clId="{2A366E5C-31C0-4C3B-88F4-EC675AAC9D76}" dt="2024-12-16T10:13:52.109" v="171"/>
        <pc:sldMkLst>
          <pc:docMk/>
          <pc:sldMk cId="1322743235" sldId="448"/>
        </pc:sldMkLst>
      </pc:sldChg>
      <pc:sldChg chg="addSp delSp modSp mod modTransition addAnim delAnim modAnim">
        <pc:chgData name="Olesia Uhrynovych" userId="25f6040e-db4e-4f69-b278-8c5b53bbe525" providerId="ADAL" clId="{2A366E5C-31C0-4C3B-88F4-EC675AAC9D76}" dt="2024-12-16T09:44:38.982" v="110"/>
        <pc:sldMkLst>
          <pc:docMk/>
          <pc:sldMk cId="4132324653" sldId="449"/>
        </pc:sldMkLst>
      </pc:sldChg>
      <pc:sldChg chg="modTransition">
        <pc:chgData name="Olesia Uhrynovych" userId="25f6040e-db4e-4f69-b278-8c5b53bbe525" providerId="ADAL" clId="{2A366E5C-31C0-4C3B-88F4-EC675AAC9D76}" dt="2024-12-16T09:22:19.271" v="32"/>
        <pc:sldMkLst>
          <pc:docMk/>
          <pc:sldMk cId="1994461870" sldId="450"/>
        </pc:sldMkLst>
      </pc:sldChg>
      <pc:sldChg chg="modTransition">
        <pc:chgData name="Olesia Uhrynovych" userId="25f6040e-db4e-4f69-b278-8c5b53bbe525" providerId="ADAL" clId="{2A366E5C-31C0-4C3B-88F4-EC675AAC9D76}" dt="2024-12-16T09:22:19.271" v="32"/>
        <pc:sldMkLst>
          <pc:docMk/>
          <pc:sldMk cId="3549903136" sldId="451"/>
        </pc:sldMkLst>
      </pc:sldChg>
      <pc:sldChg chg="addSp delSp modSp mod modTransition delAnim modAnim">
        <pc:chgData name="Olesia Uhrynovych" userId="25f6040e-db4e-4f69-b278-8c5b53bbe525" providerId="ADAL" clId="{2A366E5C-31C0-4C3B-88F4-EC675AAC9D76}" dt="2024-12-16T10:15:41.250" v="184" actId="1076"/>
        <pc:sldMkLst>
          <pc:docMk/>
          <pc:sldMk cId="2888051416" sldId="452"/>
        </pc:sldMkLst>
      </pc:sldChg>
      <pc:sldChg chg="modTransition">
        <pc:chgData name="Olesia Uhrynovych" userId="25f6040e-db4e-4f69-b278-8c5b53bbe525" providerId="ADAL" clId="{2A366E5C-31C0-4C3B-88F4-EC675AAC9D76}" dt="2024-12-16T09:22:19.271" v="32"/>
        <pc:sldMkLst>
          <pc:docMk/>
          <pc:sldMk cId="63954483" sldId="453"/>
        </pc:sldMkLst>
      </pc:sldChg>
      <pc:sldChg chg="modTransition">
        <pc:chgData name="Olesia Uhrynovych" userId="25f6040e-db4e-4f69-b278-8c5b53bbe525" providerId="ADAL" clId="{2A366E5C-31C0-4C3B-88F4-EC675AAC9D76}" dt="2024-12-16T09:22:19.271" v="32"/>
        <pc:sldMkLst>
          <pc:docMk/>
          <pc:sldMk cId="2709745367" sldId="454"/>
        </pc:sldMkLst>
      </pc:sldChg>
      <pc:sldChg chg="modSp mod modTransition">
        <pc:chgData name="Olesia Uhrynovych" userId="25f6040e-db4e-4f69-b278-8c5b53bbe525" providerId="ADAL" clId="{2A366E5C-31C0-4C3B-88F4-EC675AAC9D76}" dt="2024-12-16T09:22:19.271" v="32"/>
        <pc:sldMkLst>
          <pc:docMk/>
          <pc:sldMk cId="58178867" sldId="455"/>
        </pc:sldMkLst>
      </pc:sldChg>
      <pc:sldChg chg="modTransition">
        <pc:chgData name="Olesia Uhrynovych" userId="25f6040e-db4e-4f69-b278-8c5b53bbe525" providerId="ADAL" clId="{2A366E5C-31C0-4C3B-88F4-EC675AAC9D76}" dt="2024-12-16T09:22:19.271" v="32"/>
        <pc:sldMkLst>
          <pc:docMk/>
          <pc:sldMk cId="1765993274" sldId="456"/>
        </pc:sldMkLst>
      </pc:sldChg>
      <pc:sldChg chg="modTransition">
        <pc:chgData name="Olesia Uhrynovych" userId="25f6040e-db4e-4f69-b278-8c5b53bbe525" providerId="ADAL" clId="{2A366E5C-31C0-4C3B-88F4-EC675AAC9D76}" dt="2024-12-16T09:22:19.271" v="32"/>
        <pc:sldMkLst>
          <pc:docMk/>
          <pc:sldMk cId="10330257" sldId="457"/>
        </pc:sldMkLst>
      </pc:sldChg>
      <pc:sldChg chg="modSp mod modTransition">
        <pc:chgData name="Olesia Uhrynovych" userId="25f6040e-db4e-4f69-b278-8c5b53bbe525" providerId="ADAL" clId="{2A366E5C-31C0-4C3B-88F4-EC675AAC9D76}" dt="2024-12-16T09:22:19.271" v="32"/>
        <pc:sldMkLst>
          <pc:docMk/>
          <pc:sldMk cId="2420150187" sldId="458"/>
        </pc:sldMkLst>
      </pc:sldChg>
      <pc:sldChg chg="modTransition">
        <pc:chgData name="Olesia Uhrynovych" userId="25f6040e-db4e-4f69-b278-8c5b53bbe525" providerId="ADAL" clId="{2A366E5C-31C0-4C3B-88F4-EC675AAC9D76}" dt="2024-12-16T09:22:19.271" v="32"/>
        <pc:sldMkLst>
          <pc:docMk/>
          <pc:sldMk cId="3547136736" sldId="459"/>
        </pc:sldMkLst>
      </pc:sldChg>
      <pc:sldChg chg="modTransition">
        <pc:chgData name="Olesia Uhrynovych" userId="25f6040e-db4e-4f69-b278-8c5b53bbe525" providerId="ADAL" clId="{2A366E5C-31C0-4C3B-88F4-EC675AAC9D76}" dt="2024-12-16T09:22:19.271" v="32"/>
        <pc:sldMkLst>
          <pc:docMk/>
          <pc:sldMk cId="2788681174" sldId="460"/>
        </pc:sldMkLst>
      </pc:sldChg>
      <pc:sldChg chg="addSp modSp mod modTransition modAnim">
        <pc:chgData name="Olesia Uhrynovych" userId="25f6040e-db4e-4f69-b278-8c5b53bbe525" providerId="ADAL" clId="{2A366E5C-31C0-4C3B-88F4-EC675AAC9D76}" dt="2024-12-16T09:22:19.271" v="32"/>
        <pc:sldMkLst>
          <pc:docMk/>
          <pc:sldMk cId="4169556365" sldId="461"/>
        </pc:sldMkLst>
      </pc:sldChg>
      <pc:sldChg chg="modTransition">
        <pc:chgData name="Olesia Uhrynovych" userId="25f6040e-db4e-4f69-b278-8c5b53bbe525" providerId="ADAL" clId="{2A366E5C-31C0-4C3B-88F4-EC675AAC9D76}" dt="2024-12-16T09:22:19.271" v="32"/>
        <pc:sldMkLst>
          <pc:docMk/>
          <pc:sldMk cId="3031486820" sldId="462"/>
        </pc:sldMkLst>
      </pc:sldChg>
      <pc:sldChg chg="modTransition">
        <pc:chgData name="Olesia Uhrynovych" userId="25f6040e-db4e-4f69-b278-8c5b53bbe525" providerId="ADAL" clId="{2A366E5C-31C0-4C3B-88F4-EC675AAC9D76}" dt="2024-12-16T09:22:19.271" v="32"/>
        <pc:sldMkLst>
          <pc:docMk/>
          <pc:sldMk cId="1133488612" sldId="463"/>
        </pc:sldMkLst>
      </pc:sldChg>
      <pc:sldChg chg="modTransition">
        <pc:chgData name="Olesia Uhrynovych" userId="25f6040e-db4e-4f69-b278-8c5b53bbe525" providerId="ADAL" clId="{2A366E5C-31C0-4C3B-88F4-EC675AAC9D76}" dt="2024-12-16T09:22:19.271" v="32"/>
        <pc:sldMkLst>
          <pc:docMk/>
          <pc:sldMk cId="2343708112" sldId="464"/>
        </pc:sldMkLst>
      </pc:sldChg>
      <pc:sldChg chg="addSp delSp modSp mod modTransition modAnim">
        <pc:chgData name="Olesia Uhrynovych" userId="25f6040e-db4e-4f69-b278-8c5b53bbe525" providerId="ADAL" clId="{2A366E5C-31C0-4C3B-88F4-EC675AAC9D76}" dt="2024-12-16T09:50:08.149" v="137"/>
        <pc:sldMkLst>
          <pc:docMk/>
          <pc:sldMk cId="3379264577" sldId="465"/>
        </pc:sldMkLst>
      </pc:sldChg>
      <pc:sldChg chg="modTransition modAnim">
        <pc:chgData name="Olesia Uhrynovych" userId="25f6040e-db4e-4f69-b278-8c5b53bbe525" providerId="ADAL" clId="{2A366E5C-31C0-4C3B-88F4-EC675AAC9D76}" dt="2024-12-16T09:56:07.264" v="164"/>
        <pc:sldMkLst>
          <pc:docMk/>
          <pc:sldMk cId="379119414" sldId="466"/>
        </pc:sldMkLst>
      </pc:sldChg>
      <pc:sldChg chg="modTransition">
        <pc:chgData name="Olesia Uhrynovych" userId="25f6040e-db4e-4f69-b278-8c5b53bbe525" providerId="ADAL" clId="{2A366E5C-31C0-4C3B-88F4-EC675AAC9D76}" dt="2024-12-16T09:22:19.271" v="32"/>
        <pc:sldMkLst>
          <pc:docMk/>
          <pc:sldMk cId="3530720515" sldId="467"/>
        </pc:sldMkLst>
      </pc:sldChg>
      <pc:sldChg chg="modTransition">
        <pc:chgData name="Olesia Uhrynovych" userId="25f6040e-db4e-4f69-b278-8c5b53bbe525" providerId="ADAL" clId="{2A366E5C-31C0-4C3B-88F4-EC675AAC9D76}" dt="2024-12-16T09:22:19.271" v="32"/>
        <pc:sldMkLst>
          <pc:docMk/>
          <pc:sldMk cId="1281674115" sldId="468"/>
        </pc:sldMkLst>
      </pc:sldChg>
      <pc:sldChg chg="modTransition">
        <pc:chgData name="Olesia Uhrynovych" userId="25f6040e-db4e-4f69-b278-8c5b53bbe525" providerId="ADAL" clId="{2A366E5C-31C0-4C3B-88F4-EC675AAC9D76}" dt="2024-12-16T09:22:19.271" v="32"/>
        <pc:sldMkLst>
          <pc:docMk/>
          <pc:sldMk cId="60225377" sldId="469"/>
        </pc:sldMkLst>
      </pc:sldChg>
      <pc:sldChg chg="addSp delSp modSp new mod modTransition">
        <pc:chgData name="Olesia Uhrynovych" userId="25f6040e-db4e-4f69-b278-8c5b53bbe525" providerId="ADAL" clId="{2A366E5C-31C0-4C3B-88F4-EC675AAC9D76}" dt="2024-12-16T09:22:19.271" v="32"/>
        <pc:sldMkLst>
          <pc:docMk/>
          <pc:sldMk cId="4277175142" sldId="470"/>
        </pc:sldMkLst>
      </pc:sldChg>
      <pc:sldChg chg="addSp delSp modSp new mod modTransition modAnim">
        <pc:chgData name="Olesia Uhrynovych" userId="25f6040e-db4e-4f69-b278-8c5b53bbe525" providerId="ADAL" clId="{2A366E5C-31C0-4C3B-88F4-EC675AAC9D76}" dt="2024-12-16T09:33:57.551" v="68"/>
        <pc:sldMkLst>
          <pc:docMk/>
          <pc:sldMk cId="1655073916" sldId="471"/>
        </pc:sldMkLst>
      </pc:sldChg>
      <pc:sldMasterChg chg="modTransition modSldLayout">
        <pc:chgData name="Olesia Uhrynovych" userId="25f6040e-db4e-4f69-b278-8c5b53bbe525" providerId="ADAL" clId="{2A366E5C-31C0-4C3B-88F4-EC675AAC9D76}" dt="2024-12-16T09:22:19.271" v="32"/>
        <pc:sldMasterMkLst>
          <pc:docMk/>
          <pc:sldMasterMk cId="1187655735" sldId="2147483736"/>
        </pc:sldMasterMkLst>
        <pc:sldLayoutChg chg="modTransition">
          <pc:chgData name="Olesia Uhrynovych" userId="25f6040e-db4e-4f69-b278-8c5b53bbe525" providerId="ADAL" clId="{2A366E5C-31C0-4C3B-88F4-EC675AAC9D76}" dt="2024-12-16T09:22:19.271" v="32"/>
          <pc:sldLayoutMkLst>
            <pc:docMk/>
            <pc:sldMasterMk cId="1187655735" sldId="2147483736"/>
            <pc:sldLayoutMk cId="3781772459" sldId="2147483737"/>
          </pc:sldLayoutMkLst>
        </pc:sldLayoutChg>
        <pc:sldLayoutChg chg="modTransition">
          <pc:chgData name="Olesia Uhrynovych" userId="25f6040e-db4e-4f69-b278-8c5b53bbe525" providerId="ADAL" clId="{2A366E5C-31C0-4C3B-88F4-EC675AAC9D76}" dt="2024-12-16T09:22:19.271" v="32"/>
          <pc:sldLayoutMkLst>
            <pc:docMk/>
            <pc:sldMasterMk cId="1187655735" sldId="2147483736"/>
            <pc:sldLayoutMk cId="1365875010" sldId="2147483738"/>
          </pc:sldLayoutMkLst>
        </pc:sldLayoutChg>
        <pc:sldLayoutChg chg="modTransition">
          <pc:chgData name="Olesia Uhrynovych" userId="25f6040e-db4e-4f69-b278-8c5b53bbe525" providerId="ADAL" clId="{2A366E5C-31C0-4C3B-88F4-EC675AAC9D76}" dt="2024-12-16T09:22:19.271" v="32"/>
          <pc:sldLayoutMkLst>
            <pc:docMk/>
            <pc:sldMasterMk cId="1187655735" sldId="2147483736"/>
            <pc:sldLayoutMk cId="774000497" sldId="2147483739"/>
          </pc:sldLayoutMkLst>
        </pc:sldLayoutChg>
        <pc:sldLayoutChg chg="modTransition">
          <pc:chgData name="Olesia Uhrynovych" userId="25f6040e-db4e-4f69-b278-8c5b53bbe525" providerId="ADAL" clId="{2A366E5C-31C0-4C3B-88F4-EC675AAC9D76}" dt="2024-12-16T09:22:19.271" v="32"/>
          <pc:sldLayoutMkLst>
            <pc:docMk/>
            <pc:sldMasterMk cId="1187655735" sldId="2147483736"/>
            <pc:sldLayoutMk cId="3580911020" sldId="2147483740"/>
          </pc:sldLayoutMkLst>
        </pc:sldLayoutChg>
        <pc:sldLayoutChg chg="modTransition">
          <pc:chgData name="Olesia Uhrynovych" userId="25f6040e-db4e-4f69-b278-8c5b53bbe525" providerId="ADAL" clId="{2A366E5C-31C0-4C3B-88F4-EC675AAC9D76}" dt="2024-12-16T09:22:19.271" v="32"/>
          <pc:sldLayoutMkLst>
            <pc:docMk/>
            <pc:sldMasterMk cId="1187655735" sldId="2147483736"/>
            <pc:sldLayoutMk cId="3490396313" sldId="2147483741"/>
          </pc:sldLayoutMkLst>
        </pc:sldLayoutChg>
        <pc:sldLayoutChg chg="modTransition">
          <pc:chgData name="Olesia Uhrynovych" userId="25f6040e-db4e-4f69-b278-8c5b53bbe525" providerId="ADAL" clId="{2A366E5C-31C0-4C3B-88F4-EC675AAC9D76}" dt="2024-12-16T09:22:19.271" v="32"/>
          <pc:sldLayoutMkLst>
            <pc:docMk/>
            <pc:sldMasterMk cId="1187655735" sldId="2147483736"/>
            <pc:sldLayoutMk cId="323624078" sldId="2147483742"/>
          </pc:sldLayoutMkLst>
        </pc:sldLayoutChg>
        <pc:sldLayoutChg chg="modTransition">
          <pc:chgData name="Olesia Uhrynovych" userId="25f6040e-db4e-4f69-b278-8c5b53bbe525" providerId="ADAL" clId="{2A366E5C-31C0-4C3B-88F4-EC675AAC9D76}" dt="2024-12-16T09:22:19.271" v="32"/>
          <pc:sldLayoutMkLst>
            <pc:docMk/>
            <pc:sldMasterMk cId="1187655735" sldId="2147483736"/>
            <pc:sldLayoutMk cId="2403302779" sldId="2147483743"/>
          </pc:sldLayoutMkLst>
        </pc:sldLayoutChg>
        <pc:sldLayoutChg chg="modTransition">
          <pc:chgData name="Olesia Uhrynovych" userId="25f6040e-db4e-4f69-b278-8c5b53bbe525" providerId="ADAL" clId="{2A366E5C-31C0-4C3B-88F4-EC675AAC9D76}" dt="2024-12-16T09:22:19.271" v="32"/>
          <pc:sldLayoutMkLst>
            <pc:docMk/>
            <pc:sldMasterMk cId="1187655735" sldId="2147483736"/>
            <pc:sldLayoutMk cId="4206880443" sldId="2147483744"/>
          </pc:sldLayoutMkLst>
        </pc:sldLayoutChg>
        <pc:sldLayoutChg chg="modTransition">
          <pc:chgData name="Olesia Uhrynovych" userId="25f6040e-db4e-4f69-b278-8c5b53bbe525" providerId="ADAL" clId="{2A366E5C-31C0-4C3B-88F4-EC675AAC9D76}" dt="2024-12-16T09:22:19.271" v="32"/>
          <pc:sldLayoutMkLst>
            <pc:docMk/>
            <pc:sldMasterMk cId="1187655735" sldId="2147483736"/>
            <pc:sldLayoutMk cId="3173291707" sldId="2147483745"/>
          </pc:sldLayoutMkLst>
        </pc:sldLayoutChg>
        <pc:sldLayoutChg chg="modTransition">
          <pc:chgData name="Olesia Uhrynovych" userId="25f6040e-db4e-4f69-b278-8c5b53bbe525" providerId="ADAL" clId="{2A366E5C-31C0-4C3B-88F4-EC675AAC9D76}" dt="2024-12-16T09:22:19.271" v="32"/>
          <pc:sldLayoutMkLst>
            <pc:docMk/>
            <pc:sldMasterMk cId="1187655735" sldId="2147483736"/>
            <pc:sldLayoutMk cId="3240299844" sldId="2147483746"/>
          </pc:sldLayoutMkLst>
        </pc:sldLayoutChg>
        <pc:sldLayoutChg chg="modTransition">
          <pc:chgData name="Olesia Uhrynovych" userId="25f6040e-db4e-4f69-b278-8c5b53bbe525" providerId="ADAL" clId="{2A366E5C-31C0-4C3B-88F4-EC675AAC9D76}" dt="2024-12-16T09:22:19.271" v="32"/>
          <pc:sldLayoutMkLst>
            <pc:docMk/>
            <pc:sldMasterMk cId="1187655735" sldId="2147483736"/>
            <pc:sldLayoutMk cId="1061197603" sldId="2147483747"/>
          </pc:sldLayoutMkLst>
        </pc:sldLayoutChg>
        <pc:sldLayoutChg chg="modTransition">
          <pc:chgData name="Olesia Uhrynovych" userId="25f6040e-db4e-4f69-b278-8c5b53bbe525" providerId="ADAL" clId="{2A366E5C-31C0-4C3B-88F4-EC675AAC9D76}" dt="2024-12-16T09:22:19.271" v="32"/>
          <pc:sldLayoutMkLst>
            <pc:docMk/>
            <pc:sldMasterMk cId="1187655735" sldId="2147483736"/>
            <pc:sldLayoutMk cId="640067808" sldId="2147483748"/>
          </pc:sldLayoutMkLst>
        </pc:sldLayoutChg>
        <pc:sldLayoutChg chg="modTransition">
          <pc:chgData name="Olesia Uhrynovych" userId="25f6040e-db4e-4f69-b278-8c5b53bbe525" providerId="ADAL" clId="{2A366E5C-31C0-4C3B-88F4-EC675AAC9D76}" dt="2024-12-16T09:22:19.271" v="32"/>
          <pc:sldLayoutMkLst>
            <pc:docMk/>
            <pc:sldMasterMk cId="1187655735" sldId="2147483736"/>
            <pc:sldLayoutMk cId="1120298721" sldId="2147483750"/>
          </pc:sldLayoutMkLst>
        </pc:sldLayoutChg>
        <pc:sldLayoutChg chg="modTransition">
          <pc:chgData name="Olesia Uhrynovych" userId="25f6040e-db4e-4f69-b278-8c5b53bbe525" providerId="ADAL" clId="{2A366E5C-31C0-4C3B-88F4-EC675AAC9D76}" dt="2024-12-16T09:22:19.271" v="32"/>
          <pc:sldLayoutMkLst>
            <pc:docMk/>
            <pc:sldMasterMk cId="1187655735" sldId="2147483736"/>
            <pc:sldLayoutMk cId="4289943147" sldId="2147483751"/>
          </pc:sldLayoutMkLst>
        </pc:sldLayoutChg>
        <pc:sldLayoutChg chg="modTransition">
          <pc:chgData name="Olesia Uhrynovych" userId="25f6040e-db4e-4f69-b278-8c5b53bbe525" providerId="ADAL" clId="{2A366E5C-31C0-4C3B-88F4-EC675AAC9D76}" dt="2024-12-16T09:22:19.271" v="32"/>
          <pc:sldLayoutMkLst>
            <pc:docMk/>
            <pc:sldMasterMk cId="1187655735" sldId="2147483736"/>
            <pc:sldLayoutMk cId="3344953325" sldId="2147483768"/>
          </pc:sldLayoutMkLst>
        </pc:sldLayoutChg>
        <pc:sldLayoutChg chg="modTransition">
          <pc:chgData name="Olesia Uhrynovych" userId="25f6040e-db4e-4f69-b278-8c5b53bbe525" providerId="ADAL" clId="{2A366E5C-31C0-4C3B-88F4-EC675AAC9D76}" dt="2024-12-16T09:22:19.271" v="32"/>
          <pc:sldLayoutMkLst>
            <pc:docMk/>
            <pc:sldMasterMk cId="1187655735" sldId="2147483736"/>
            <pc:sldLayoutMk cId="3546860342" sldId="2147483769"/>
          </pc:sldLayoutMkLst>
        </pc:sldLayoutChg>
        <pc:sldLayoutChg chg="modTransition">
          <pc:chgData name="Olesia Uhrynovych" userId="25f6040e-db4e-4f69-b278-8c5b53bbe525" providerId="ADAL" clId="{2A366E5C-31C0-4C3B-88F4-EC675AAC9D76}" dt="2024-12-16T09:22:19.271" v="32"/>
          <pc:sldLayoutMkLst>
            <pc:docMk/>
            <pc:sldMasterMk cId="1187655735" sldId="2147483736"/>
            <pc:sldLayoutMk cId="3392457623" sldId="2147483771"/>
          </pc:sldLayoutMkLst>
        </pc:sldLayoutChg>
      </pc:sldMasterChg>
    </pc:docChg>
  </pc:docChgLst>
  <pc:docChgLst>
    <pc:chgData name="Oleh Sapiha" userId="428cacb2-53de-4d16-9660-3abdc20ad1c8" providerId="ADAL" clId="{152A3153-0D38-45FC-90F7-615C379851EC}"/>
    <pc:docChg chg="undo custSel addSld delSld modSld sldOrd">
      <pc:chgData name="Oleh Sapiha" userId="428cacb2-53de-4d16-9660-3abdc20ad1c8" providerId="ADAL" clId="{152A3153-0D38-45FC-90F7-615C379851EC}" dt="2025-02-16T17:36:15.112" v="4318" actId="20577"/>
      <pc:docMkLst>
        <pc:docMk/>
      </pc:docMkLst>
      <pc:sldChg chg="del">
        <pc:chgData name="Oleh Sapiha" userId="428cacb2-53de-4d16-9660-3abdc20ad1c8" providerId="ADAL" clId="{152A3153-0D38-45FC-90F7-615C379851EC}" dt="2025-02-15T07:30:57.755" v="12" actId="47"/>
        <pc:sldMkLst>
          <pc:docMk/>
          <pc:sldMk cId="3565124972" sldId="370"/>
        </pc:sldMkLst>
      </pc:sldChg>
      <pc:sldChg chg="del">
        <pc:chgData name="Oleh Sapiha" userId="428cacb2-53de-4d16-9660-3abdc20ad1c8" providerId="ADAL" clId="{152A3153-0D38-45FC-90F7-615C379851EC}" dt="2025-02-15T07:30:54.049" v="0" actId="47"/>
        <pc:sldMkLst>
          <pc:docMk/>
          <pc:sldMk cId="2292503041" sldId="385"/>
        </pc:sldMkLst>
      </pc:sldChg>
      <pc:sldChg chg="del">
        <pc:chgData name="Oleh Sapiha" userId="428cacb2-53de-4d16-9660-3abdc20ad1c8" providerId="ADAL" clId="{152A3153-0D38-45FC-90F7-615C379851EC}" dt="2025-02-15T07:30:55.310" v="2" actId="47"/>
        <pc:sldMkLst>
          <pc:docMk/>
          <pc:sldMk cId="343798364" sldId="386"/>
        </pc:sldMkLst>
      </pc:sldChg>
      <pc:sldChg chg="del">
        <pc:chgData name="Oleh Sapiha" userId="428cacb2-53de-4d16-9660-3abdc20ad1c8" providerId="ADAL" clId="{152A3153-0D38-45FC-90F7-615C379851EC}" dt="2025-02-15T07:30:55.536" v="3" actId="47"/>
        <pc:sldMkLst>
          <pc:docMk/>
          <pc:sldMk cId="1258932244" sldId="387"/>
        </pc:sldMkLst>
      </pc:sldChg>
      <pc:sldChg chg="del">
        <pc:chgData name="Oleh Sapiha" userId="428cacb2-53de-4d16-9660-3abdc20ad1c8" providerId="ADAL" clId="{152A3153-0D38-45FC-90F7-615C379851EC}" dt="2025-02-15T07:30:55.720" v="4" actId="47"/>
        <pc:sldMkLst>
          <pc:docMk/>
          <pc:sldMk cId="719138458" sldId="388"/>
        </pc:sldMkLst>
      </pc:sldChg>
      <pc:sldChg chg="del">
        <pc:chgData name="Oleh Sapiha" userId="428cacb2-53de-4d16-9660-3abdc20ad1c8" providerId="ADAL" clId="{152A3153-0D38-45FC-90F7-615C379851EC}" dt="2025-02-15T07:30:55.892" v="5" actId="47"/>
        <pc:sldMkLst>
          <pc:docMk/>
          <pc:sldMk cId="2105040390" sldId="389"/>
        </pc:sldMkLst>
      </pc:sldChg>
      <pc:sldChg chg="del">
        <pc:chgData name="Oleh Sapiha" userId="428cacb2-53de-4d16-9660-3abdc20ad1c8" providerId="ADAL" clId="{152A3153-0D38-45FC-90F7-615C379851EC}" dt="2025-02-15T07:30:59.534" v="19" actId="47"/>
        <pc:sldMkLst>
          <pc:docMk/>
          <pc:sldMk cId="2581163582" sldId="408"/>
        </pc:sldMkLst>
      </pc:sldChg>
      <pc:sldChg chg="del">
        <pc:chgData name="Oleh Sapiha" userId="428cacb2-53de-4d16-9660-3abdc20ad1c8" providerId="ADAL" clId="{152A3153-0D38-45FC-90F7-615C379851EC}" dt="2025-02-15T07:30:57.615" v="11" actId="47"/>
        <pc:sldMkLst>
          <pc:docMk/>
          <pc:sldMk cId="752978931" sldId="415"/>
        </pc:sldMkLst>
      </pc:sldChg>
      <pc:sldChg chg="del">
        <pc:chgData name="Oleh Sapiha" userId="428cacb2-53de-4d16-9660-3abdc20ad1c8" providerId="ADAL" clId="{152A3153-0D38-45FC-90F7-615C379851EC}" dt="2025-02-15T07:30:59.087" v="16" actId="47"/>
        <pc:sldMkLst>
          <pc:docMk/>
          <pc:sldMk cId="1009908875" sldId="419"/>
        </pc:sldMkLst>
      </pc:sldChg>
      <pc:sldChg chg="del">
        <pc:chgData name="Oleh Sapiha" userId="428cacb2-53de-4d16-9660-3abdc20ad1c8" providerId="ADAL" clId="{152A3153-0D38-45FC-90F7-615C379851EC}" dt="2025-02-15T07:30:59.233" v="17" actId="47"/>
        <pc:sldMkLst>
          <pc:docMk/>
          <pc:sldMk cId="3033474914" sldId="420"/>
        </pc:sldMkLst>
      </pc:sldChg>
      <pc:sldChg chg="del">
        <pc:chgData name="Oleh Sapiha" userId="428cacb2-53de-4d16-9660-3abdc20ad1c8" providerId="ADAL" clId="{152A3153-0D38-45FC-90F7-615C379851EC}" dt="2025-02-15T07:30:58.417" v="14" actId="47"/>
        <pc:sldMkLst>
          <pc:docMk/>
          <pc:sldMk cId="3533984545" sldId="422"/>
        </pc:sldMkLst>
      </pc:sldChg>
      <pc:sldChg chg="del">
        <pc:chgData name="Oleh Sapiha" userId="428cacb2-53de-4d16-9660-3abdc20ad1c8" providerId="ADAL" clId="{152A3153-0D38-45FC-90F7-615C379851EC}" dt="2025-02-15T07:30:57.934" v="13" actId="47"/>
        <pc:sldMkLst>
          <pc:docMk/>
          <pc:sldMk cId="1746928226" sldId="425"/>
        </pc:sldMkLst>
      </pc:sldChg>
      <pc:sldChg chg="del">
        <pc:chgData name="Oleh Sapiha" userId="428cacb2-53de-4d16-9660-3abdc20ad1c8" providerId="ADAL" clId="{152A3153-0D38-45FC-90F7-615C379851EC}" dt="2025-02-15T07:30:58.585" v="15" actId="47"/>
        <pc:sldMkLst>
          <pc:docMk/>
          <pc:sldMk cId="2521078298" sldId="435"/>
        </pc:sldMkLst>
      </pc:sldChg>
      <pc:sldChg chg="del">
        <pc:chgData name="Oleh Sapiha" userId="428cacb2-53de-4d16-9660-3abdc20ad1c8" providerId="ADAL" clId="{152A3153-0D38-45FC-90F7-615C379851EC}" dt="2025-02-15T07:30:56.946" v="9" actId="47"/>
        <pc:sldMkLst>
          <pc:docMk/>
          <pc:sldMk cId="2837825574" sldId="438"/>
        </pc:sldMkLst>
      </pc:sldChg>
      <pc:sldChg chg="del">
        <pc:chgData name="Oleh Sapiha" userId="428cacb2-53de-4d16-9660-3abdc20ad1c8" providerId="ADAL" clId="{152A3153-0D38-45FC-90F7-615C379851EC}" dt="2025-02-15T07:30:56.419" v="6" actId="47"/>
        <pc:sldMkLst>
          <pc:docMk/>
          <pc:sldMk cId="4215966388" sldId="439"/>
        </pc:sldMkLst>
      </pc:sldChg>
      <pc:sldChg chg="modSp mod">
        <pc:chgData name="Oleh Sapiha" userId="428cacb2-53de-4d16-9660-3abdc20ad1c8" providerId="ADAL" clId="{152A3153-0D38-45FC-90F7-615C379851EC}" dt="2025-02-15T07:34:21.501" v="127" actId="20577"/>
        <pc:sldMkLst>
          <pc:docMk/>
          <pc:sldMk cId="2329584670" sldId="443"/>
        </pc:sldMkLst>
        <pc:spChg chg="mod">
          <ac:chgData name="Oleh Sapiha" userId="428cacb2-53de-4d16-9660-3abdc20ad1c8" providerId="ADAL" clId="{152A3153-0D38-45FC-90F7-615C379851EC}" dt="2025-02-15T07:34:21.501" v="127" actId="20577"/>
          <ac:spMkLst>
            <pc:docMk/>
            <pc:sldMk cId="2329584670" sldId="443"/>
            <ac:spMk id="6" creationId="{7006131E-FB56-425D-89D8-786378BA6FAA}"/>
          </ac:spMkLst>
        </pc:spChg>
      </pc:sldChg>
      <pc:sldChg chg="del">
        <pc:chgData name="Oleh Sapiha" userId="428cacb2-53de-4d16-9660-3abdc20ad1c8" providerId="ADAL" clId="{152A3153-0D38-45FC-90F7-615C379851EC}" dt="2025-02-15T07:30:56.749" v="8" actId="47"/>
        <pc:sldMkLst>
          <pc:docMk/>
          <pc:sldMk cId="2748107220" sldId="445"/>
        </pc:sldMkLst>
      </pc:sldChg>
      <pc:sldChg chg="del">
        <pc:chgData name="Oleh Sapiha" userId="428cacb2-53de-4d16-9660-3abdc20ad1c8" providerId="ADAL" clId="{152A3153-0D38-45FC-90F7-615C379851EC}" dt="2025-02-15T07:30:57.079" v="10" actId="47"/>
        <pc:sldMkLst>
          <pc:docMk/>
          <pc:sldMk cId="329552180" sldId="446"/>
        </pc:sldMkLst>
      </pc:sldChg>
      <pc:sldChg chg="del">
        <pc:chgData name="Oleh Sapiha" userId="428cacb2-53de-4d16-9660-3abdc20ad1c8" providerId="ADAL" clId="{152A3153-0D38-45FC-90F7-615C379851EC}" dt="2025-02-15T07:30:54.856" v="1" actId="47"/>
        <pc:sldMkLst>
          <pc:docMk/>
          <pc:sldMk cId="2082469529" sldId="447"/>
        </pc:sldMkLst>
      </pc:sldChg>
      <pc:sldChg chg="del">
        <pc:chgData name="Oleh Sapiha" userId="428cacb2-53de-4d16-9660-3abdc20ad1c8" providerId="ADAL" clId="{152A3153-0D38-45FC-90F7-615C379851EC}" dt="2025-02-15T07:30:59.623" v="20" actId="47"/>
        <pc:sldMkLst>
          <pc:docMk/>
          <pc:sldMk cId="1322743235" sldId="448"/>
        </pc:sldMkLst>
      </pc:sldChg>
      <pc:sldChg chg="ord">
        <pc:chgData name="Oleh Sapiha" userId="428cacb2-53de-4d16-9660-3abdc20ad1c8" providerId="ADAL" clId="{152A3153-0D38-45FC-90F7-615C379851EC}" dt="2025-02-15T07:31:09.238" v="22"/>
        <pc:sldMkLst>
          <pc:docMk/>
          <pc:sldMk cId="4132324653" sldId="449"/>
        </pc:sldMkLst>
      </pc:sldChg>
      <pc:sldChg chg="addSp modSp mod">
        <pc:chgData name="Oleh Sapiha" userId="428cacb2-53de-4d16-9660-3abdc20ad1c8" providerId="ADAL" clId="{152A3153-0D38-45FC-90F7-615C379851EC}" dt="2025-02-15T08:43:46.297" v="1184" actId="1076"/>
        <pc:sldMkLst>
          <pc:docMk/>
          <pc:sldMk cId="1994461870" sldId="450"/>
        </pc:sldMkLst>
      </pc:sldChg>
      <pc:sldChg chg="addSp delSp modSp mod">
        <pc:chgData name="Oleh Sapiha" userId="428cacb2-53de-4d16-9660-3abdc20ad1c8" providerId="ADAL" clId="{152A3153-0D38-45FC-90F7-615C379851EC}" dt="2025-02-15T08:48:06.905" v="1349" actId="478"/>
        <pc:sldMkLst>
          <pc:docMk/>
          <pc:sldMk cId="3549903136" sldId="451"/>
        </pc:sldMkLst>
      </pc:sldChg>
      <pc:sldChg chg="addSp delSp modSp mod modAnim">
        <pc:chgData name="Oleh Sapiha" userId="428cacb2-53de-4d16-9660-3abdc20ad1c8" providerId="ADAL" clId="{152A3153-0D38-45FC-90F7-615C379851EC}" dt="2025-02-15T09:12:30.608" v="2087"/>
        <pc:sldMkLst>
          <pc:docMk/>
          <pc:sldMk cId="2888051416" sldId="452"/>
        </pc:sldMkLst>
      </pc:sldChg>
      <pc:sldChg chg="addSp delSp modSp mod">
        <pc:chgData name="Oleh Sapiha" userId="428cacb2-53de-4d16-9660-3abdc20ad1c8" providerId="ADAL" clId="{152A3153-0D38-45FC-90F7-615C379851EC}" dt="2025-02-15T18:26:07.880" v="3548" actId="1076"/>
        <pc:sldMkLst>
          <pc:docMk/>
          <pc:sldMk cId="63954483" sldId="453"/>
        </pc:sldMkLst>
      </pc:sldChg>
      <pc:sldChg chg="modSp mod">
        <pc:chgData name="Oleh Sapiha" userId="428cacb2-53de-4d16-9660-3abdc20ad1c8" providerId="ADAL" clId="{152A3153-0D38-45FC-90F7-615C379851EC}" dt="2025-02-15T18:48:31.973" v="3816" actId="6549"/>
        <pc:sldMkLst>
          <pc:docMk/>
          <pc:sldMk cId="2709745367" sldId="454"/>
        </pc:sldMkLst>
      </pc:sldChg>
      <pc:sldChg chg="delSp modSp mod ord">
        <pc:chgData name="Oleh Sapiha" userId="428cacb2-53de-4d16-9660-3abdc20ad1c8" providerId="ADAL" clId="{152A3153-0D38-45FC-90F7-615C379851EC}" dt="2025-02-15T19:02:44.388" v="3843" actId="20577"/>
        <pc:sldMkLst>
          <pc:docMk/>
          <pc:sldMk cId="58178867" sldId="455"/>
        </pc:sldMkLst>
      </pc:sldChg>
      <pc:sldChg chg="ord">
        <pc:chgData name="Oleh Sapiha" userId="428cacb2-53de-4d16-9660-3abdc20ad1c8" providerId="ADAL" clId="{152A3153-0D38-45FC-90F7-615C379851EC}" dt="2025-02-15T19:03:58.166" v="3845"/>
        <pc:sldMkLst>
          <pc:docMk/>
          <pc:sldMk cId="1765993274" sldId="456"/>
        </pc:sldMkLst>
      </pc:sldChg>
      <pc:sldChg chg="del">
        <pc:chgData name="Oleh Sapiha" userId="428cacb2-53de-4d16-9660-3abdc20ad1c8" providerId="ADAL" clId="{152A3153-0D38-45FC-90F7-615C379851EC}" dt="2025-02-15T07:32:24.057" v="26" actId="47"/>
        <pc:sldMkLst>
          <pc:docMk/>
          <pc:sldMk cId="3031486820" sldId="462"/>
        </pc:sldMkLst>
      </pc:sldChg>
      <pc:sldChg chg="del">
        <pc:chgData name="Oleh Sapiha" userId="428cacb2-53de-4d16-9660-3abdc20ad1c8" providerId="ADAL" clId="{152A3153-0D38-45FC-90F7-615C379851EC}" dt="2025-02-15T07:32:21.783" v="25" actId="47"/>
        <pc:sldMkLst>
          <pc:docMk/>
          <pc:sldMk cId="1133488612" sldId="463"/>
        </pc:sldMkLst>
      </pc:sldChg>
      <pc:sldChg chg="delSp modSp add mod ord modTransition setBg">
        <pc:chgData name="Oleh Sapiha" userId="428cacb2-53de-4d16-9660-3abdc20ad1c8" providerId="ADAL" clId="{152A3153-0D38-45FC-90F7-615C379851EC}" dt="2025-02-16T17:35:51.721" v="4312" actId="14100"/>
        <pc:sldMkLst>
          <pc:docMk/>
          <pc:sldMk cId="1404378807" sldId="463"/>
        </pc:sldMkLst>
      </pc:sldChg>
      <pc:sldChg chg="add del">
        <pc:chgData name="Oleh Sapiha" userId="428cacb2-53de-4d16-9660-3abdc20ad1c8" providerId="ADAL" clId="{152A3153-0D38-45FC-90F7-615C379851EC}" dt="2025-02-15T07:31:51.408" v="24" actId="47"/>
        <pc:sldMkLst>
          <pc:docMk/>
          <pc:sldMk cId="379119414" sldId="466"/>
        </pc:sldMkLst>
      </pc:sldChg>
      <pc:sldChg chg="add del">
        <pc:chgData name="Oleh Sapiha" userId="428cacb2-53de-4d16-9660-3abdc20ad1c8" providerId="ADAL" clId="{152A3153-0D38-45FC-90F7-615C379851EC}" dt="2025-02-15T07:45:12.765" v="241"/>
        <pc:sldMkLst>
          <pc:docMk/>
          <pc:sldMk cId="1496511912" sldId="470"/>
        </pc:sldMkLst>
      </pc:sldChg>
      <pc:sldChg chg="new del">
        <pc:chgData name="Oleh Sapiha" userId="428cacb2-53de-4d16-9660-3abdc20ad1c8" providerId="ADAL" clId="{152A3153-0D38-45FC-90F7-615C379851EC}" dt="2025-02-15T07:45:06.184" v="239" actId="680"/>
        <pc:sldMkLst>
          <pc:docMk/>
          <pc:sldMk cId="1644169807" sldId="470"/>
        </pc:sldMkLst>
      </pc:sldChg>
      <pc:sldChg chg="addSp delSp modSp new mod ord">
        <pc:chgData name="Oleh Sapiha" userId="428cacb2-53de-4d16-9660-3abdc20ad1c8" providerId="ADAL" clId="{152A3153-0D38-45FC-90F7-615C379851EC}" dt="2025-02-15T08:34:44.566" v="437" actId="113"/>
        <pc:sldMkLst>
          <pc:docMk/>
          <pc:sldMk cId="3549345143" sldId="470"/>
        </pc:sldMkLst>
      </pc:sldChg>
      <pc:sldChg chg="del">
        <pc:chgData name="Oleh Sapiha" userId="428cacb2-53de-4d16-9660-3abdc20ad1c8" providerId="ADAL" clId="{152A3153-0D38-45FC-90F7-615C379851EC}" dt="2025-02-15T07:30:56.596" v="7" actId="47"/>
        <pc:sldMkLst>
          <pc:docMk/>
          <pc:sldMk cId="4277175142" sldId="470"/>
        </pc:sldMkLst>
      </pc:sldChg>
      <pc:sldChg chg="del">
        <pc:chgData name="Oleh Sapiha" userId="428cacb2-53de-4d16-9660-3abdc20ad1c8" providerId="ADAL" clId="{152A3153-0D38-45FC-90F7-615C379851EC}" dt="2025-02-15T07:30:59.396" v="18" actId="47"/>
        <pc:sldMkLst>
          <pc:docMk/>
          <pc:sldMk cId="1655073916" sldId="471"/>
        </pc:sldMkLst>
      </pc:sldChg>
      <pc:sldChg chg="addSp delSp modSp new mod modTransition modAnim">
        <pc:chgData name="Oleh Sapiha" userId="428cacb2-53de-4d16-9660-3abdc20ad1c8" providerId="ADAL" clId="{152A3153-0D38-45FC-90F7-615C379851EC}" dt="2025-02-15T18:26:45.557" v="3549" actId="732"/>
        <pc:sldMkLst>
          <pc:docMk/>
          <pc:sldMk cId="2974913787" sldId="471"/>
        </pc:sldMkLst>
      </pc:sldChg>
      <pc:sldChg chg="addSp delSp modSp new mod">
        <pc:chgData name="Oleh Sapiha" userId="428cacb2-53de-4d16-9660-3abdc20ad1c8" providerId="ADAL" clId="{152A3153-0D38-45FC-90F7-615C379851EC}" dt="2025-02-15T18:13:37.586" v="3097" actId="20577"/>
        <pc:sldMkLst>
          <pc:docMk/>
          <pc:sldMk cId="3117632224" sldId="472"/>
        </pc:sldMkLst>
      </pc:sldChg>
      <pc:sldChg chg="new del">
        <pc:chgData name="Oleh Sapiha" userId="428cacb2-53de-4d16-9660-3abdc20ad1c8" providerId="ADAL" clId="{152A3153-0D38-45FC-90F7-615C379851EC}" dt="2025-02-15T17:51:27.483" v="2768" actId="47"/>
        <pc:sldMkLst>
          <pc:docMk/>
          <pc:sldMk cId="3310115145" sldId="473"/>
        </pc:sldMkLst>
      </pc:sldChg>
      <pc:sldChg chg="addSp modSp add mod">
        <pc:chgData name="Oleh Sapiha" userId="428cacb2-53de-4d16-9660-3abdc20ad1c8" providerId="ADAL" clId="{152A3153-0D38-45FC-90F7-615C379851EC}" dt="2025-02-15T20:00:26.114" v="4264" actId="20577"/>
        <pc:sldMkLst>
          <pc:docMk/>
          <pc:sldMk cId="1002541627" sldId="474"/>
        </pc:sldMkLst>
      </pc:sldChg>
      <pc:sldChg chg="new del">
        <pc:chgData name="Oleh Sapiha" userId="428cacb2-53de-4d16-9660-3abdc20ad1c8" providerId="ADAL" clId="{152A3153-0D38-45FC-90F7-615C379851EC}" dt="2025-02-15T18:09:41.520" v="3064" actId="680"/>
        <pc:sldMkLst>
          <pc:docMk/>
          <pc:sldMk cId="276502990" sldId="475"/>
        </pc:sldMkLst>
      </pc:sldChg>
      <pc:sldChg chg="delSp modSp new mod">
        <pc:chgData name="Oleh Sapiha" userId="428cacb2-53de-4d16-9660-3abdc20ad1c8" providerId="ADAL" clId="{152A3153-0D38-45FC-90F7-615C379851EC}" dt="2025-02-15T18:15:49.132" v="3216" actId="1076"/>
        <pc:sldMkLst>
          <pc:docMk/>
          <pc:sldMk cId="1107308591" sldId="475"/>
        </pc:sldMkLst>
      </pc:sldChg>
      <pc:sldChg chg="new del">
        <pc:chgData name="Oleh Sapiha" userId="428cacb2-53de-4d16-9660-3abdc20ad1c8" providerId="ADAL" clId="{152A3153-0D38-45FC-90F7-615C379851EC}" dt="2025-02-15T18:16:58.062" v="3262" actId="47"/>
        <pc:sldMkLst>
          <pc:docMk/>
          <pc:sldMk cId="2597969618" sldId="476"/>
        </pc:sldMkLst>
      </pc:sldChg>
      <pc:sldChg chg="modSp add mod ord">
        <pc:chgData name="Oleh Sapiha" userId="428cacb2-53de-4d16-9660-3abdc20ad1c8" providerId="ADAL" clId="{152A3153-0D38-45FC-90F7-615C379851EC}" dt="2025-02-15T18:16:54.599" v="3261"/>
        <pc:sldMkLst>
          <pc:docMk/>
          <pc:sldMk cId="2536629842" sldId="477"/>
        </pc:sldMkLst>
      </pc:sldChg>
      <pc:sldChg chg="new add del">
        <pc:chgData name="Oleh Sapiha" userId="428cacb2-53de-4d16-9660-3abdc20ad1c8" providerId="ADAL" clId="{152A3153-0D38-45FC-90F7-615C379851EC}" dt="2025-02-15T19:38:22.827" v="4111" actId="47"/>
        <pc:sldMkLst>
          <pc:docMk/>
          <pc:sldMk cId="1625920993" sldId="478"/>
        </pc:sldMkLst>
      </pc:sldChg>
      <pc:sldChg chg="modSp add mod ord modTransition setBg">
        <pc:chgData name="Oleh Sapiha" userId="428cacb2-53de-4d16-9660-3abdc20ad1c8" providerId="ADAL" clId="{152A3153-0D38-45FC-90F7-615C379851EC}" dt="2025-02-16T17:35:14.230" v="4305" actId="20577"/>
        <pc:sldMkLst>
          <pc:docMk/>
          <pc:sldMk cId="2701803853" sldId="483"/>
        </pc:sldMkLst>
      </pc:sldChg>
      <pc:sldChg chg="addSp modSp new mod">
        <pc:chgData name="Oleh Sapiha" userId="428cacb2-53de-4d16-9660-3abdc20ad1c8" providerId="ADAL" clId="{152A3153-0D38-45FC-90F7-615C379851EC}" dt="2025-02-16T17:05:04.124" v="4274" actId="20577"/>
        <pc:sldMkLst>
          <pc:docMk/>
          <pc:sldMk cId="3973579385" sldId="484"/>
        </pc:sldMkLst>
      </pc:sldChg>
      <pc:sldChg chg="new del">
        <pc:chgData name="Oleh Sapiha" userId="428cacb2-53de-4d16-9660-3abdc20ad1c8" providerId="ADAL" clId="{152A3153-0D38-45FC-90F7-615C379851EC}" dt="2025-02-15T19:25:46.863" v="3885" actId="47"/>
        <pc:sldMkLst>
          <pc:docMk/>
          <pc:sldMk cId="2450955453" sldId="485"/>
        </pc:sldMkLst>
      </pc:sldChg>
      <pc:sldChg chg="modSp add mod ord modTransition">
        <pc:chgData name="Oleh Sapiha" userId="428cacb2-53de-4d16-9660-3abdc20ad1c8" providerId="ADAL" clId="{152A3153-0D38-45FC-90F7-615C379851EC}" dt="2025-02-16T17:06:00.869" v="4280"/>
        <pc:sldMkLst>
          <pc:docMk/>
          <pc:sldMk cId="2076539657" sldId="638"/>
        </pc:sldMkLst>
      </pc:sldChg>
      <pc:sldChg chg="modSp add mod ord modTransition">
        <pc:chgData name="Oleh Sapiha" userId="428cacb2-53de-4d16-9660-3abdc20ad1c8" providerId="ADAL" clId="{152A3153-0D38-45FC-90F7-615C379851EC}" dt="2025-02-16T17:36:15.112" v="4318" actId="20577"/>
        <pc:sldMkLst>
          <pc:docMk/>
          <pc:sldMk cId="1926844166" sldId="648"/>
        </pc:sldMkLst>
      </pc:sldChg>
    </pc:docChg>
  </pc:docChgLst>
  <pc:docChgLst>
    <pc:chgData name="Oleh Sapiha" userId="428cacb2-53de-4d16-9660-3abdc20ad1c8" providerId="ADAL" clId="{A7187551-92E2-4010-9354-DE2B53A36A7A}"/>
    <pc:docChg chg="delSld modSld">
      <pc:chgData name="Oleh Sapiha" userId="428cacb2-53de-4d16-9660-3abdc20ad1c8" providerId="ADAL" clId="{A7187551-92E2-4010-9354-DE2B53A36A7A}" dt="2025-02-16T17:39:15.706" v="89" actId="47"/>
      <pc:docMkLst>
        <pc:docMk/>
      </pc:docMkLst>
      <pc:sldChg chg="modSp mod">
        <pc:chgData name="Oleh Sapiha" userId="428cacb2-53de-4d16-9660-3abdc20ad1c8" providerId="ADAL" clId="{A7187551-92E2-4010-9354-DE2B53A36A7A}" dt="2025-02-16T17:39:01.135" v="67" actId="20577"/>
        <pc:sldMkLst>
          <pc:docMk/>
          <pc:sldMk cId="2329584670" sldId="443"/>
        </pc:sldMkLst>
        <pc:spChg chg="mod">
          <ac:chgData name="Oleh Sapiha" userId="428cacb2-53de-4d16-9660-3abdc20ad1c8" providerId="ADAL" clId="{A7187551-92E2-4010-9354-DE2B53A36A7A}" dt="2025-02-16T17:39:01.135" v="67" actId="20577"/>
          <ac:spMkLst>
            <pc:docMk/>
            <pc:sldMk cId="2329584670" sldId="443"/>
            <ac:spMk id="6" creationId="{7006131E-FB56-425D-89D8-786378BA6FAA}"/>
          </ac:spMkLst>
        </pc:spChg>
      </pc:sldChg>
      <pc:sldChg chg="del">
        <pc:chgData name="Oleh Sapiha" userId="428cacb2-53de-4d16-9660-3abdc20ad1c8" providerId="ADAL" clId="{A7187551-92E2-4010-9354-DE2B53A36A7A}" dt="2025-02-16T17:39:08.067" v="69" actId="47"/>
        <pc:sldMkLst>
          <pc:docMk/>
          <pc:sldMk cId="1994461870" sldId="450"/>
        </pc:sldMkLst>
      </pc:sldChg>
      <pc:sldChg chg="del">
        <pc:chgData name="Oleh Sapiha" userId="428cacb2-53de-4d16-9660-3abdc20ad1c8" providerId="ADAL" clId="{A7187551-92E2-4010-9354-DE2B53A36A7A}" dt="2025-02-16T17:39:08.519" v="70" actId="47"/>
        <pc:sldMkLst>
          <pc:docMk/>
          <pc:sldMk cId="3549903136" sldId="451"/>
        </pc:sldMkLst>
      </pc:sldChg>
      <pc:sldChg chg="del">
        <pc:chgData name="Oleh Sapiha" userId="428cacb2-53de-4d16-9660-3abdc20ad1c8" providerId="ADAL" clId="{A7187551-92E2-4010-9354-DE2B53A36A7A}" dt="2025-02-16T17:39:08.763" v="71" actId="47"/>
        <pc:sldMkLst>
          <pc:docMk/>
          <pc:sldMk cId="2888051416" sldId="452"/>
        </pc:sldMkLst>
      </pc:sldChg>
      <pc:sldChg chg="del">
        <pc:chgData name="Oleh Sapiha" userId="428cacb2-53de-4d16-9660-3abdc20ad1c8" providerId="ADAL" clId="{A7187551-92E2-4010-9354-DE2B53A36A7A}" dt="2025-02-16T17:39:10.882" v="77" actId="47"/>
        <pc:sldMkLst>
          <pc:docMk/>
          <pc:sldMk cId="63954483" sldId="453"/>
        </pc:sldMkLst>
      </pc:sldChg>
      <pc:sldChg chg="del">
        <pc:chgData name="Oleh Sapiha" userId="428cacb2-53de-4d16-9660-3abdc20ad1c8" providerId="ADAL" clId="{A7187551-92E2-4010-9354-DE2B53A36A7A}" dt="2025-02-16T17:39:11.037" v="78" actId="47"/>
        <pc:sldMkLst>
          <pc:docMk/>
          <pc:sldMk cId="2709745367" sldId="454"/>
        </pc:sldMkLst>
      </pc:sldChg>
      <pc:sldChg chg="del">
        <pc:chgData name="Oleh Sapiha" userId="428cacb2-53de-4d16-9660-3abdc20ad1c8" providerId="ADAL" clId="{A7187551-92E2-4010-9354-DE2B53A36A7A}" dt="2025-02-16T17:39:11.201" v="79" actId="47"/>
        <pc:sldMkLst>
          <pc:docMk/>
          <pc:sldMk cId="58178867" sldId="455"/>
        </pc:sldMkLst>
      </pc:sldChg>
      <pc:sldChg chg="del">
        <pc:chgData name="Oleh Sapiha" userId="428cacb2-53de-4d16-9660-3abdc20ad1c8" providerId="ADAL" clId="{A7187551-92E2-4010-9354-DE2B53A36A7A}" dt="2025-02-16T17:39:11.391" v="80" actId="47"/>
        <pc:sldMkLst>
          <pc:docMk/>
          <pc:sldMk cId="10330257" sldId="457"/>
        </pc:sldMkLst>
      </pc:sldChg>
      <pc:sldChg chg="del">
        <pc:chgData name="Oleh Sapiha" userId="428cacb2-53de-4d16-9660-3abdc20ad1c8" providerId="ADAL" clId="{A7187551-92E2-4010-9354-DE2B53A36A7A}" dt="2025-02-16T17:39:12.010" v="81" actId="47"/>
        <pc:sldMkLst>
          <pc:docMk/>
          <pc:sldMk cId="2420150187" sldId="458"/>
        </pc:sldMkLst>
      </pc:sldChg>
      <pc:sldChg chg="del">
        <pc:chgData name="Oleh Sapiha" userId="428cacb2-53de-4d16-9660-3abdc20ad1c8" providerId="ADAL" clId="{A7187551-92E2-4010-9354-DE2B53A36A7A}" dt="2025-02-16T17:39:12.195" v="82" actId="47"/>
        <pc:sldMkLst>
          <pc:docMk/>
          <pc:sldMk cId="3547136736" sldId="459"/>
        </pc:sldMkLst>
      </pc:sldChg>
      <pc:sldChg chg="del">
        <pc:chgData name="Oleh Sapiha" userId="428cacb2-53de-4d16-9660-3abdc20ad1c8" providerId="ADAL" clId="{A7187551-92E2-4010-9354-DE2B53A36A7A}" dt="2025-02-16T17:39:12.408" v="83" actId="47"/>
        <pc:sldMkLst>
          <pc:docMk/>
          <pc:sldMk cId="2788681174" sldId="460"/>
        </pc:sldMkLst>
      </pc:sldChg>
      <pc:sldChg chg="del">
        <pc:chgData name="Oleh Sapiha" userId="428cacb2-53de-4d16-9660-3abdc20ad1c8" providerId="ADAL" clId="{A7187551-92E2-4010-9354-DE2B53A36A7A}" dt="2025-02-16T17:39:13.008" v="84" actId="47"/>
        <pc:sldMkLst>
          <pc:docMk/>
          <pc:sldMk cId="4169556365" sldId="461"/>
        </pc:sldMkLst>
      </pc:sldChg>
      <pc:sldChg chg="del">
        <pc:chgData name="Oleh Sapiha" userId="428cacb2-53de-4d16-9660-3abdc20ad1c8" providerId="ADAL" clId="{A7187551-92E2-4010-9354-DE2B53A36A7A}" dt="2025-02-16T17:39:15.706" v="89" actId="47"/>
        <pc:sldMkLst>
          <pc:docMk/>
          <pc:sldMk cId="1404378807" sldId="463"/>
        </pc:sldMkLst>
      </pc:sldChg>
      <pc:sldChg chg="del">
        <pc:chgData name="Oleh Sapiha" userId="428cacb2-53de-4d16-9660-3abdc20ad1c8" providerId="ADAL" clId="{A7187551-92E2-4010-9354-DE2B53A36A7A}" dt="2025-02-16T17:39:07.474" v="68" actId="47"/>
        <pc:sldMkLst>
          <pc:docMk/>
          <pc:sldMk cId="3549345143" sldId="470"/>
        </pc:sldMkLst>
      </pc:sldChg>
      <pc:sldChg chg="del">
        <pc:chgData name="Oleh Sapiha" userId="428cacb2-53de-4d16-9660-3abdc20ad1c8" providerId="ADAL" clId="{A7187551-92E2-4010-9354-DE2B53A36A7A}" dt="2025-02-16T17:39:09.199" v="72" actId="47"/>
        <pc:sldMkLst>
          <pc:docMk/>
          <pc:sldMk cId="2974913787" sldId="471"/>
        </pc:sldMkLst>
      </pc:sldChg>
      <pc:sldChg chg="del">
        <pc:chgData name="Oleh Sapiha" userId="428cacb2-53de-4d16-9660-3abdc20ad1c8" providerId="ADAL" clId="{A7187551-92E2-4010-9354-DE2B53A36A7A}" dt="2025-02-16T17:39:10.036" v="74" actId="47"/>
        <pc:sldMkLst>
          <pc:docMk/>
          <pc:sldMk cId="3117632224" sldId="472"/>
        </pc:sldMkLst>
      </pc:sldChg>
      <pc:sldChg chg="del">
        <pc:chgData name="Oleh Sapiha" userId="428cacb2-53de-4d16-9660-3abdc20ad1c8" providerId="ADAL" clId="{A7187551-92E2-4010-9354-DE2B53A36A7A}" dt="2025-02-16T17:39:10.207" v="75" actId="47"/>
        <pc:sldMkLst>
          <pc:docMk/>
          <pc:sldMk cId="1002541627" sldId="474"/>
        </pc:sldMkLst>
      </pc:sldChg>
      <pc:sldChg chg="del">
        <pc:chgData name="Oleh Sapiha" userId="428cacb2-53de-4d16-9660-3abdc20ad1c8" providerId="ADAL" clId="{A7187551-92E2-4010-9354-DE2B53A36A7A}" dt="2025-02-16T17:39:09.381" v="73" actId="47"/>
        <pc:sldMkLst>
          <pc:docMk/>
          <pc:sldMk cId="1107308591" sldId="475"/>
        </pc:sldMkLst>
      </pc:sldChg>
      <pc:sldChg chg="del">
        <pc:chgData name="Oleh Sapiha" userId="428cacb2-53de-4d16-9660-3abdc20ad1c8" providerId="ADAL" clId="{A7187551-92E2-4010-9354-DE2B53A36A7A}" dt="2025-02-16T17:39:10.707" v="76" actId="47"/>
        <pc:sldMkLst>
          <pc:docMk/>
          <pc:sldMk cId="2536629842" sldId="477"/>
        </pc:sldMkLst>
      </pc:sldChg>
      <pc:sldChg chg="del">
        <pc:chgData name="Oleh Sapiha" userId="428cacb2-53de-4d16-9660-3abdc20ad1c8" providerId="ADAL" clId="{A7187551-92E2-4010-9354-DE2B53A36A7A}" dt="2025-02-16T17:39:14.816" v="88" actId="47"/>
        <pc:sldMkLst>
          <pc:docMk/>
          <pc:sldMk cId="2701803853" sldId="483"/>
        </pc:sldMkLst>
      </pc:sldChg>
      <pc:sldChg chg="del">
        <pc:chgData name="Oleh Sapiha" userId="428cacb2-53de-4d16-9660-3abdc20ad1c8" providerId="ADAL" clId="{A7187551-92E2-4010-9354-DE2B53A36A7A}" dt="2025-02-16T17:39:13.228" v="85" actId="47"/>
        <pc:sldMkLst>
          <pc:docMk/>
          <pc:sldMk cId="3973579385" sldId="484"/>
        </pc:sldMkLst>
      </pc:sldChg>
      <pc:sldChg chg="del">
        <pc:chgData name="Oleh Sapiha" userId="428cacb2-53de-4d16-9660-3abdc20ad1c8" providerId="ADAL" clId="{A7187551-92E2-4010-9354-DE2B53A36A7A}" dt="2025-02-16T17:39:14.191" v="87" actId="47"/>
        <pc:sldMkLst>
          <pc:docMk/>
          <pc:sldMk cId="2076539657" sldId="638"/>
        </pc:sldMkLst>
      </pc:sldChg>
      <pc:sldChg chg="del">
        <pc:chgData name="Oleh Sapiha" userId="428cacb2-53de-4d16-9660-3abdc20ad1c8" providerId="ADAL" clId="{A7187551-92E2-4010-9354-DE2B53A36A7A}" dt="2025-02-16T17:39:13.582" v="86" actId="47"/>
        <pc:sldMkLst>
          <pc:docMk/>
          <pc:sldMk cId="1926844166" sldId="648"/>
        </pc:sldMkLst>
      </pc:sldChg>
    </pc:docChg>
  </pc:docChgLst>
  <pc:docChgLst>
    <pc:chgData name="Oleh Sapiha" userId="428cacb2-53de-4d16-9660-3abdc20ad1c8" providerId="ADAL" clId="{97F96628-7C24-479B-8377-5F9F3B9D86AA}"/>
    <pc:docChg chg="undo redo custSel addSld delSld modSld sldOrd">
      <pc:chgData name="Oleh Sapiha" userId="428cacb2-53de-4d16-9660-3abdc20ad1c8" providerId="ADAL" clId="{97F96628-7C24-479B-8377-5F9F3B9D86AA}" dt="2025-03-03T07:49:59.631" v="4088" actId="20577"/>
      <pc:docMkLst>
        <pc:docMk/>
      </pc:docMkLst>
      <pc:sldChg chg="modSp mod">
        <pc:chgData name="Oleh Sapiha" userId="428cacb2-53de-4d16-9660-3abdc20ad1c8" providerId="ADAL" clId="{97F96628-7C24-479B-8377-5F9F3B9D86AA}" dt="2025-02-23T18:39:49.109" v="70" actId="20577"/>
        <pc:sldMkLst>
          <pc:docMk/>
          <pc:sldMk cId="2329584670" sldId="443"/>
        </pc:sldMkLst>
        <pc:spChg chg="mod">
          <ac:chgData name="Oleh Sapiha" userId="428cacb2-53de-4d16-9660-3abdc20ad1c8" providerId="ADAL" clId="{97F96628-7C24-479B-8377-5F9F3B9D86AA}" dt="2025-02-23T18:39:49.109" v="70" actId="20577"/>
          <ac:spMkLst>
            <pc:docMk/>
            <pc:sldMk cId="2329584670" sldId="443"/>
            <ac:spMk id="6" creationId="{7006131E-FB56-425D-89D8-786378BA6FAA}"/>
          </ac:spMkLst>
        </pc:spChg>
      </pc:sldChg>
      <pc:sldChg chg="addSp modSp mod ord">
        <pc:chgData name="Oleh Sapiha" userId="428cacb2-53de-4d16-9660-3abdc20ad1c8" providerId="ADAL" clId="{97F96628-7C24-479B-8377-5F9F3B9D86AA}" dt="2025-03-01T18:49:48.549" v="1605" actId="1036"/>
        <pc:sldMkLst>
          <pc:docMk/>
          <pc:sldMk cId="4132324653" sldId="449"/>
        </pc:sldMkLst>
      </pc:sldChg>
      <pc:sldChg chg="addSp delSp modSp mod">
        <pc:chgData name="Oleh Sapiha" userId="428cacb2-53de-4d16-9660-3abdc20ad1c8" providerId="ADAL" clId="{97F96628-7C24-479B-8377-5F9F3B9D86AA}" dt="2025-03-01T18:25:47.400" v="725" actId="20577"/>
        <pc:sldMkLst>
          <pc:docMk/>
          <pc:sldMk cId="1765993274" sldId="456"/>
        </pc:sldMkLst>
        <pc:spChg chg="mod">
          <ac:chgData name="Oleh Sapiha" userId="428cacb2-53de-4d16-9660-3abdc20ad1c8" providerId="ADAL" clId="{97F96628-7C24-479B-8377-5F9F3B9D86AA}" dt="2025-02-23T18:50:42.210" v="110"/>
          <ac:spMkLst>
            <pc:docMk/>
            <pc:sldMk cId="1765993274" sldId="456"/>
            <ac:spMk id="2" creationId="{7601EB66-7919-0327-9BEB-F1C428A741B7}"/>
          </ac:spMkLst>
        </pc:spChg>
        <pc:spChg chg="mod">
          <ac:chgData name="Oleh Sapiha" userId="428cacb2-53de-4d16-9660-3abdc20ad1c8" providerId="ADAL" clId="{97F96628-7C24-479B-8377-5F9F3B9D86AA}" dt="2025-02-23T18:40:05.062" v="84" actId="27636"/>
          <ac:spMkLst>
            <pc:docMk/>
            <pc:sldMk cId="1765993274" sldId="456"/>
            <ac:spMk id="4" creationId="{C0BB1C84-2A63-7172-2DAE-4BDF103BE71B}"/>
          </ac:spMkLst>
        </pc:spChg>
        <pc:spChg chg="add mod">
          <ac:chgData name="Oleh Sapiha" userId="428cacb2-53de-4d16-9660-3abdc20ad1c8" providerId="ADAL" clId="{97F96628-7C24-479B-8377-5F9F3B9D86AA}" dt="2025-03-01T18:25:47.400" v="725" actId="20577"/>
          <ac:spMkLst>
            <pc:docMk/>
            <pc:sldMk cId="1765993274" sldId="456"/>
            <ac:spMk id="7" creationId="{F4D96AC2-8E38-17C6-9E9B-68AA2E299008}"/>
          </ac:spMkLst>
        </pc:spChg>
      </pc:sldChg>
      <pc:sldChg chg="del">
        <pc:chgData name="Oleh Sapiha" userId="428cacb2-53de-4d16-9660-3abdc20ad1c8" providerId="ADAL" clId="{97F96628-7C24-479B-8377-5F9F3B9D86AA}" dt="2025-03-01T19:58:56.380" v="1793" actId="47"/>
        <pc:sldMkLst>
          <pc:docMk/>
          <pc:sldMk cId="2343708112" sldId="464"/>
        </pc:sldMkLst>
      </pc:sldChg>
      <pc:sldChg chg="del">
        <pc:chgData name="Oleh Sapiha" userId="428cacb2-53de-4d16-9660-3abdc20ad1c8" providerId="ADAL" clId="{97F96628-7C24-479B-8377-5F9F3B9D86AA}" dt="2025-03-01T19:59:00.339" v="1794" actId="47"/>
        <pc:sldMkLst>
          <pc:docMk/>
          <pc:sldMk cId="3379264577" sldId="465"/>
        </pc:sldMkLst>
      </pc:sldChg>
      <pc:sldChg chg="ord">
        <pc:chgData name="Oleh Sapiha" userId="428cacb2-53de-4d16-9660-3abdc20ad1c8" providerId="ADAL" clId="{97F96628-7C24-479B-8377-5F9F3B9D86AA}" dt="2025-03-01T20:48:26.332" v="1932"/>
        <pc:sldMkLst>
          <pc:docMk/>
          <pc:sldMk cId="379119414" sldId="466"/>
        </pc:sldMkLst>
      </pc:sldChg>
      <pc:sldChg chg="del ord">
        <pc:chgData name="Oleh Sapiha" userId="428cacb2-53de-4d16-9660-3abdc20ad1c8" providerId="ADAL" clId="{97F96628-7C24-479B-8377-5F9F3B9D86AA}" dt="2025-03-03T07:46:22.378" v="4083" actId="47"/>
        <pc:sldMkLst>
          <pc:docMk/>
          <pc:sldMk cId="3530720515" sldId="467"/>
        </pc:sldMkLst>
      </pc:sldChg>
      <pc:sldChg chg="addSp modSp mod">
        <pc:chgData name="Oleh Sapiha" userId="428cacb2-53de-4d16-9660-3abdc20ad1c8" providerId="ADAL" clId="{97F96628-7C24-479B-8377-5F9F3B9D86AA}" dt="2025-03-02T18:19:23.863" v="4082" actId="20577"/>
        <pc:sldMkLst>
          <pc:docMk/>
          <pc:sldMk cId="1281674115" sldId="468"/>
        </pc:sldMkLst>
      </pc:sldChg>
      <pc:sldChg chg="del">
        <pc:chgData name="Oleh Sapiha" userId="428cacb2-53de-4d16-9660-3abdc20ad1c8" providerId="ADAL" clId="{97F96628-7C24-479B-8377-5F9F3B9D86AA}" dt="2025-03-01T19:59:17.537" v="1795" actId="47"/>
        <pc:sldMkLst>
          <pc:docMk/>
          <pc:sldMk cId="60225377" sldId="469"/>
        </pc:sldMkLst>
      </pc:sldChg>
      <pc:sldChg chg="modSp new mod">
        <pc:chgData name="Oleh Sapiha" userId="428cacb2-53de-4d16-9660-3abdc20ad1c8" providerId="ADAL" clId="{97F96628-7C24-479B-8377-5F9F3B9D86AA}" dt="2025-03-02T12:40:27.136" v="2599" actId="20577"/>
        <pc:sldMkLst>
          <pc:docMk/>
          <pc:sldMk cId="1730020682" sldId="470"/>
        </pc:sldMkLst>
      </pc:sldChg>
      <pc:sldChg chg="addSp delSp modSp new mod">
        <pc:chgData name="Oleh Sapiha" userId="428cacb2-53de-4d16-9660-3abdc20ad1c8" providerId="ADAL" clId="{97F96628-7C24-479B-8377-5F9F3B9D86AA}" dt="2025-03-01T21:26:58.652" v="2094"/>
        <pc:sldMkLst>
          <pc:docMk/>
          <pc:sldMk cId="2127116729" sldId="471"/>
        </pc:sldMkLst>
      </pc:sldChg>
      <pc:sldChg chg="addSp delSp modSp new mod">
        <pc:chgData name="Oleh Sapiha" userId="428cacb2-53de-4d16-9660-3abdc20ad1c8" providerId="ADAL" clId="{97F96628-7C24-479B-8377-5F9F3B9D86AA}" dt="2025-03-01T22:23:05.843" v="2575" actId="1037"/>
        <pc:sldMkLst>
          <pc:docMk/>
          <pc:sldMk cId="610011081" sldId="472"/>
        </pc:sldMkLst>
      </pc:sldChg>
      <pc:sldChg chg="addSp delSp modSp new mod ord">
        <pc:chgData name="Oleh Sapiha" userId="428cacb2-53de-4d16-9660-3abdc20ad1c8" providerId="ADAL" clId="{97F96628-7C24-479B-8377-5F9F3B9D86AA}" dt="2025-03-01T22:23:20.116" v="2583" actId="14100"/>
        <pc:sldMkLst>
          <pc:docMk/>
          <pc:sldMk cId="871389061" sldId="473"/>
        </pc:sldMkLst>
      </pc:sldChg>
      <pc:sldChg chg="addSp delSp modSp new mod">
        <pc:chgData name="Oleh Sapiha" userId="428cacb2-53de-4d16-9660-3abdc20ad1c8" providerId="ADAL" clId="{97F96628-7C24-479B-8377-5F9F3B9D86AA}" dt="2025-03-02T18:05:09.416" v="3510"/>
        <pc:sldMkLst>
          <pc:docMk/>
          <pc:sldMk cId="1707642403" sldId="474"/>
        </pc:sldMkLst>
      </pc:sldChg>
      <pc:sldChg chg="addSp delSp modSp new mod ord">
        <pc:chgData name="Oleh Sapiha" userId="428cacb2-53de-4d16-9660-3abdc20ad1c8" providerId="ADAL" clId="{97F96628-7C24-479B-8377-5F9F3B9D86AA}" dt="2025-03-01T21:37:02.128" v="2269" actId="20577"/>
        <pc:sldMkLst>
          <pc:docMk/>
          <pc:sldMk cId="862975912" sldId="475"/>
        </pc:sldMkLst>
      </pc:sldChg>
      <pc:sldChg chg="addSp delSp modSp new del mod ord">
        <pc:chgData name="Oleh Sapiha" userId="428cacb2-53de-4d16-9660-3abdc20ad1c8" providerId="ADAL" clId="{97F96628-7C24-479B-8377-5F9F3B9D86AA}" dt="2025-03-01T21:44:15.508" v="2412" actId="47"/>
        <pc:sldMkLst>
          <pc:docMk/>
          <pc:sldMk cId="2799909651" sldId="476"/>
        </pc:sldMkLst>
      </pc:sldChg>
      <pc:sldChg chg="addSp delSp modSp add mod ord">
        <pc:chgData name="Oleh Sapiha" userId="428cacb2-53de-4d16-9660-3abdc20ad1c8" providerId="ADAL" clId="{97F96628-7C24-479B-8377-5F9F3B9D86AA}" dt="2025-03-01T21:44:10.135" v="2411"/>
        <pc:sldMkLst>
          <pc:docMk/>
          <pc:sldMk cId="601106765" sldId="477"/>
        </pc:sldMkLst>
      </pc:sldChg>
      <pc:sldChg chg="new del">
        <pc:chgData name="Oleh Sapiha" userId="428cacb2-53de-4d16-9660-3abdc20ad1c8" providerId="ADAL" clId="{97F96628-7C24-479B-8377-5F9F3B9D86AA}" dt="2025-03-01T19:58:38.876" v="1785" actId="47"/>
        <pc:sldMkLst>
          <pc:docMk/>
          <pc:sldMk cId="633034240" sldId="477"/>
        </pc:sldMkLst>
      </pc:sldChg>
      <pc:sldChg chg="addSp delSp modSp new mod ord">
        <pc:chgData name="Oleh Sapiha" userId="428cacb2-53de-4d16-9660-3abdc20ad1c8" providerId="ADAL" clId="{97F96628-7C24-479B-8377-5F9F3B9D86AA}" dt="2025-03-01T21:35:12.350" v="2239" actId="1037"/>
        <pc:sldMkLst>
          <pc:docMk/>
          <pc:sldMk cId="3390287130" sldId="478"/>
        </pc:sldMkLst>
      </pc:sldChg>
      <pc:sldChg chg="addSp delSp modSp new mod">
        <pc:chgData name="Oleh Sapiha" userId="428cacb2-53de-4d16-9660-3abdc20ad1c8" providerId="ADAL" clId="{97F96628-7C24-479B-8377-5F9F3B9D86AA}" dt="2025-03-01T21:37:32.216" v="2276" actId="1038"/>
        <pc:sldMkLst>
          <pc:docMk/>
          <pc:sldMk cId="2345525927" sldId="479"/>
        </pc:sldMkLst>
      </pc:sldChg>
      <pc:sldChg chg="addSp modSp new mod">
        <pc:chgData name="Oleh Sapiha" userId="428cacb2-53de-4d16-9660-3abdc20ad1c8" providerId="ADAL" clId="{97F96628-7C24-479B-8377-5F9F3B9D86AA}" dt="2025-03-03T07:49:59.631" v="4088" actId="20577"/>
        <pc:sldMkLst>
          <pc:docMk/>
          <pc:sldMk cId="1954496923" sldId="480"/>
        </pc:sldMkLst>
      </pc:sldChg>
      <pc:sldChg chg="addSp delSp modSp new mod">
        <pc:chgData name="Oleh Sapiha" userId="428cacb2-53de-4d16-9660-3abdc20ad1c8" providerId="ADAL" clId="{97F96628-7C24-479B-8377-5F9F3B9D86AA}" dt="2025-03-02T16:26:57.691" v="2629" actId="1037"/>
        <pc:sldMkLst>
          <pc:docMk/>
          <pc:sldMk cId="418386657" sldId="481"/>
        </pc:sldMkLst>
      </pc:sldChg>
      <pc:sldChg chg="addSp delSp modSp new mod">
        <pc:chgData name="Oleh Sapiha" userId="428cacb2-53de-4d16-9660-3abdc20ad1c8" providerId="ADAL" clId="{97F96628-7C24-479B-8377-5F9F3B9D86AA}" dt="2025-03-02T18:06:05.197" v="3523" actId="1038"/>
        <pc:sldMkLst>
          <pc:docMk/>
          <pc:sldMk cId="1175832756" sldId="482"/>
        </pc:sldMkLst>
      </pc:sldChg>
      <pc:sldChg chg="addSp delSp modSp new mod">
        <pc:chgData name="Oleh Sapiha" userId="428cacb2-53de-4d16-9660-3abdc20ad1c8" providerId="ADAL" clId="{97F96628-7C24-479B-8377-5F9F3B9D86AA}" dt="2025-03-02T18:14:41.067" v="4039" actId="1036"/>
        <pc:sldMkLst>
          <pc:docMk/>
          <pc:sldMk cId="3179526613" sldId="483"/>
        </pc:sldMkLst>
      </pc:sldChg>
      <pc:sldChg chg="addSp modSp new mod">
        <pc:chgData name="Oleh Sapiha" userId="428cacb2-53de-4d16-9660-3abdc20ad1c8" providerId="ADAL" clId="{97F96628-7C24-479B-8377-5F9F3B9D86AA}" dt="2025-03-02T17:13:36.664" v="3050" actId="57"/>
        <pc:sldMkLst>
          <pc:docMk/>
          <pc:sldMk cId="3476827996" sldId="484"/>
        </pc:sldMkLst>
      </pc:sldChg>
      <pc:sldChg chg="modSp new mod">
        <pc:chgData name="Oleh Sapiha" userId="428cacb2-53de-4d16-9660-3abdc20ad1c8" providerId="ADAL" clId="{97F96628-7C24-479B-8377-5F9F3B9D86AA}" dt="2025-03-02T17:15:15.371" v="3106" actId="20577"/>
        <pc:sldMkLst>
          <pc:docMk/>
          <pc:sldMk cId="1800604475" sldId="485"/>
        </pc:sldMkLst>
      </pc:sldChg>
      <pc:sldChg chg="modSp new del mod">
        <pc:chgData name="Oleh Sapiha" userId="428cacb2-53de-4d16-9660-3abdc20ad1c8" providerId="ADAL" clId="{97F96628-7C24-479B-8377-5F9F3B9D86AA}" dt="2025-03-02T17:16:54.730" v="3253" actId="47"/>
        <pc:sldMkLst>
          <pc:docMk/>
          <pc:sldMk cId="1102451405" sldId="486"/>
        </pc:sldMkLst>
      </pc:sldChg>
      <pc:sldChg chg="addSp delSp modSp new mod">
        <pc:chgData name="Oleh Sapiha" userId="428cacb2-53de-4d16-9660-3abdc20ad1c8" providerId="ADAL" clId="{97F96628-7C24-479B-8377-5F9F3B9D86AA}" dt="2025-03-02T17:16:39.778" v="3252" actId="20577"/>
        <pc:sldMkLst>
          <pc:docMk/>
          <pc:sldMk cId="1722219316" sldId="487"/>
        </pc:sldMkLst>
      </pc:sldChg>
      <pc:sldChg chg="modSp new del mod">
        <pc:chgData name="Oleh Sapiha" userId="428cacb2-53de-4d16-9660-3abdc20ad1c8" providerId="ADAL" clId="{97F96628-7C24-479B-8377-5F9F3B9D86AA}" dt="2025-03-02T17:58:08.655" v="3500" actId="47"/>
        <pc:sldMkLst>
          <pc:docMk/>
          <pc:sldMk cId="2167519732" sldId="488"/>
        </pc:sldMkLst>
      </pc:sldChg>
      <pc:sldChg chg="addSp modSp new mod ord">
        <pc:chgData name="Oleh Sapiha" userId="428cacb2-53de-4d16-9660-3abdc20ad1c8" providerId="ADAL" clId="{97F96628-7C24-479B-8377-5F9F3B9D86AA}" dt="2025-03-02T18:15:13.963" v="4041"/>
        <pc:sldMkLst>
          <pc:docMk/>
          <pc:sldMk cId="388280369" sldId="489"/>
        </pc:sldMkLst>
      </pc:sldChg>
      <pc:sldChg chg="addSp delSp modSp new mod ord">
        <pc:chgData name="Oleh Sapiha" userId="428cacb2-53de-4d16-9660-3abdc20ad1c8" providerId="ADAL" clId="{97F96628-7C24-479B-8377-5F9F3B9D86AA}" dt="2025-03-02T18:15:13.963" v="4041"/>
        <pc:sldMkLst>
          <pc:docMk/>
          <pc:sldMk cId="1761920039" sldId="490"/>
        </pc:sldMkLst>
      </pc:sldChg>
    </pc:docChg>
  </pc:docChgLst>
  <pc:docChgLst>
    <pc:chgData name="Oleh Sapiha" userId="428cacb2-53de-4d16-9660-3abdc20ad1c8" providerId="ADAL" clId="{18B4763E-5533-4AB3-88C2-1B82E0015EA9}"/>
    <pc:docChg chg="undo redo custSel addSld delSld modSld sldOrd">
      <pc:chgData name="Oleh Sapiha" userId="428cacb2-53de-4d16-9660-3abdc20ad1c8" providerId="ADAL" clId="{18B4763E-5533-4AB3-88C2-1B82E0015EA9}" dt="2025-03-09T21:09:13.410" v="3356" actId="1076"/>
      <pc:docMkLst>
        <pc:docMk/>
      </pc:docMkLst>
      <pc:sldChg chg="ord">
        <pc:chgData name="Oleh Sapiha" userId="428cacb2-53de-4d16-9660-3abdc20ad1c8" providerId="ADAL" clId="{18B4763E-5533-4AB3-88C2-1B82E0015EA9}" dt="2025-03-08T19:23:19.063" v="826"/>
        <pc:sldMkLst>
          <pc:docMk/>
          <pc:sldMk cId="3372854313" sldId="363"/>
        </pc:sldMkLst>
      </pc:sldChg>
      <pc:sldChg chg="modSp mod">
        <pc:chgData name="Oleh Sapiha" userId="428cacb2-53de-4d16-9660-3abdc20ad1c8" providerId="ADAL" clId="{18B4763E-5533-4AB3-88C2-1B82E0015EA9}" dt="2025-03-08T18:15:16.102" v="66" actId="20577"/>
        <pc:sldMkLst>
          <pc:docMk/>
          <pc:sldMk cId="2329584670" sldId="443"/>
        </pc:sldMkLst>
        <pc:spChg chg="mod">
          <ac:chgData name="Oleh Sapiha" userId="428cacb2-53de-4d16-9660-3abdc20ad1c8" providerId="ADAL" clId="{18B4763E-5533-4AB3-88C2-1B82E0015EA9}" dt="2025-03-08T18:15:16.102" v="66" actId="20577"/>
          <ac:spMkLst>
            <pc:docMk/>
            <pc:sldMk cId="2329584670" sldId="443"/>
            <ac:spMk id="6" creationId="{7006131E-FB56-425D-89D8-786378BA6FAA}"/>
          </ac:spMkLst>
        </pc:spChg>
      </pc:sldChg>
      <pc:sldChg chg="del">
        <pc:chgData name="Oleh Sapiha" userId="428cacb2-53de-4d16-9660-3abdc20ad1c8" providerId="ADAL" clId="{18B4763E-5533-4AB3-88C2-1B82E0015EA9}" dt="2025-03-08T18:15:22.519" v="70" actId="47"/>
        <pc:sldMkLst>
          <pc:docMk/>
          <pc:sldMk cId="4132324653" sldId="449"/>
        </pc:sldMkLst>
      </pc:sldChg>
      <pc:sldChg chg="addSp modSp mod">
        <pc:chgData name="Oleh Sapiha" userId="428cacb2-53de-4d16-9660-3abdc20ad1c8" providerId="ADAL" clId="{18B4763E-5533-4AB3-88C2-1B82E0015EA9}" dt="2025-03-08T18:35:01.194" v="374" actId="14100"/>
        <pc:sldMkLst>
          <pc:docMk/>
          <pc:sldMk cId="1765993274" sldId="456"/>
        </pc:sldMkLst>
        <pc:spChg chg="mod">
          <ac:chgData name="Oleh Sapiha" userId="428cacb2-53de-4d16-9660-3abdc20ad1c8" providerId="ADAL" clId="{18B4763E-5533-4AB3-88C2-1B82E0015EA9}" dt="2025-03-08T18:15:46.034" v="114" actId="20577"/>
          <ac:spMkLst>
            <pc:docMk/>
            <pc:sldMk cId="1765993274" sldId="456"/>
            <ac:spMk id="2" creationId="{7601EB66-7919-0327-9BEB-F1C428A741B7}"/>
          </ac:spMkLst>
        </pc:spChg>
        <pc:spChg chg="add mod">
          <ac:chgData name="Oleh Sapiha" userId="428cacb2-53de-4d16-9660-3abdc20ad1c8" providerId="ADAL" clId="{18B4763E-5533-4AB3-88C2-1B82E0015EA9}" dt="2025-03-08T18:35:01.194" v="374" actId="14100"/>
          <ac:spMkLst>
            <pc:docMk/>
            <pc:sldMk cId="1765993274" sldId="456"/>
            <ac:spMk id="5" creationId="{D4E2D884-6365-5032-00FA-4FCDA9AE9CD5}"/>
          </ac:spMkLst>
        </pc:spChg>
        <pc:spChg chg="mod">
          <ac:chgData name="Oleh Sapiha" userId="428cacb2-53de-4d16-9660-3abdc20ad1c8" providerId="ADAL" clId="{18B4763E-5533-4AB3-88C2-1B82E0015EA9}" dt="2025-03-08T18:24:34.277" v="241" actId="21"/>
          <ac:spMkLst>
            <pc:docMk/>
            <pc:sldMk cId="1765993274" sldId="456"/>
            <ac:spMk id="7" creationId="{F4D96AC2-8E38-17C6-9E9B-68AA2E299008}"/>
          </ac:spMkLst>
        </pc:spChg>
        <pc:graphicFrameChg chg="add mod">
          <ac:chgData name="Oleh Sapiha" userId="428cacb2-53de-4d16-9660-3abdc20ad1c8" providerId="ADAL" clId="{18B4763E-5533-4AB3-88C2-1B82E0015EA9}" dt="2025-03-08T18:16:01.101" v="117"/>
          <ac:graphicFrameMkLst>
            <pc:docMk/>
            <pc:sldMk cId="1765993274" sldId="456"/>
            <ac:graphicFrameMk id="3" creationId="{AD539E87-6E6D-3A86-54D3-FC5A6FA3A302}"/>
          </ac:graphicFrameMkLst>
        </pc:graphicFrameChg>
      </pc:sldChg>
      <pc:sldChg chg="modSp new mod">
        <pc:chgData name="Oleh Sapiha" userId="428cacb2-53de-4d16-9660-3abdc20ad1c8" providerId="ADAL" clId="{18B4763E-5533-4AB3-88C2-1B82E0015EA9}" dt="2025-03-08T18:35:32.459" v="383" actId="1038"/>
        <pc:sldMkLst>
          <pc:docMk/>
          <pc:sldMk cId="95385083" sldId="457"/>
        </pc:sldMkLst>
        <pc:spChg chg="mod">
          <ac:chgData name="Oleh Sapiha" userId="428cacb2-53de-4d16-9660-3abdc20ad1c8" providerId="ADAL" clId="{18B4763E-5533-4AB3-88C2-1B82E0015EA9}" dt="2025-03-08T18:30:38.917" v="288"/>
          <ac:spMkLst>
            <pc:docMk/>
            <pc:sldMk cId="95385083" sldId="457"/>
            <ac:spMk id="2" creationId="{AAE8235A-7A15-A172-A671-9E561BD9A188}"/>
          </ac:spMkLst>
        </pc:spChg>
        <pc:spChg chg="mod">
          <ac:chgData name="Oleh Sapiha" userId="428cacb2-53de-4d16-9660-3abdc20ad1c8" providerId="ADAL" clId="{18B4763E-5533-4AB3-88C2-1B82E0015EA9}" dt="2025-03-08T18:35:32.459" v="383" actId="1038"/>
          <ac:spMkLst>
            <pc:docMk/>
            <pc:sldMk cId="95385083" sldId="457"/>
            <ac:spMk id="3" creationId="{997F289D-8736-3DA8-4BD2-4C02F0446AF2}"/>
          </ac:spMkLst>
        </pc:spChg>
      </pc:sldChg>
      <pc:sldChg chg="addSp delSp modSp new mod">
        <pc:chgData name="Oleh Sapiha" userId="428cacb2-53de-4d16-9660-3abdc20ad1c8" providerId="ADAL" clId="{18B4763E-5533-4AB3-88C2-1B82E0015EA9}" dt="2025-03-09T20:43:28.453" v="3169" actId="1076"/>
        <pc:sldMkLst>
          <pc:docMk/>
          <pc:sldMk cId="3609555581" sldId="458"/>
        </pc:sldMkLst>
        <pc:spChg chg="mod">
          <ac:chgData name="Oleh Sapiha" userId="428cacb2-53de-4d16-9660-3abdc20ad1c8" providerId="ADAL" clId="{18B4763E-5533-4AB3-88C2-1B82E0015EA9}" dt="2025-03-08T19:29:33.008" v="922" actId="1076"/>
          <ac:spMkLst>
            <pc:docMk/>
            <pc:sldMk cId="3609555581" sldId="458"/>
            <ac:spMk id="2" creationId="{B7688422-A9A8-A6EB-C2C4-611574A09621}"/>
          </ac:spMkLst>
        </pc:spChg>
        <pc:spChg chg="del">
          <ac:chgData name="Oleh Sapiha" userId="428cacb2-53de-4d16-9660-3abdc20ad1c8" providerId="ADAL" clId="{18B4763E-5533-4AB3-88C2-1B82E0015EA9}" dt="2025-03-08T18:40:47.576" v="385" actId="22"/>
          <ac:spMkLst>
            <pc:docMk/>
            <pc:sldMk cId="3609555581" sldId="458"/>
            <ac:spMk id="3" creationId="{0DE95D11-D4C8-EECE-5035-358FBE448B85}"/>
          </ac:spMkLst>
        </pc:spChg>
        <pc:spChg chg="add mod">
          <ac:chgData name="Oleh Sapiha" userId="428cacb2-53de-4d16-9660-3abdc20ad1c8" providerId="ADAL" clId="{18B4763E-5533-4AB3-88C2-1B82E0015EA9}" dt="2025-03-09T20:43:28.453" v="3169" actId="1076"/>
          <ac:spMkLst>
            <pc:docMk/>
            <pc:sldMk cId="3609555581" sldId="458"/>
            <ac:spMk id="4" creationId="{A20CE14A-39FF-AA72-91F9-5A2AEAB7D586}"/>
          </ac:spMkLst>
        </pc:spChg>
        <pc:spChg chg="add del mod">
          <ac:chgData name="Oleh Sapiha" userId="428cacb2-53de-4d16-9660-3abdc20ad1c8" providerId="ADAL" clId="{18B4763E-5533-4AB3-88C2-1B82E0015EA9}" dt="2025-03-08T19:29:25.828" v="919"/>
          <ac:spMkLst>
            <pc:docMk/>
            <pc:sldMk cId="3609555581" sldId="458"/>
            <ac:spMk id="6" creationId="{988A180C-3B5C-0EFF-6A22-DE3D11BD6168}"/>
          </ac:spMkLst>
        </pc:spChg>
        <pc:spChg chg="add mod">
          <ac:chgData name="Oleh Sapiha" userId="428cacb2-53de-4d16-9660-3abdc20ad1c8" providerId="ADAL" clId="{18B4763E-5533-4AB3-88C2-1B82E0015EA9}" dt="2025-03-08T19:29:30.897" v="920" actId="767"/>
          <ac:spMkLst>
            <pc:docMk/>
            <pc:sldMk cId="3609555581" sldId="458"/>
            <ac:spMk id="7" creationId="{41B4E19A-AB50-B7EE-AE21-D5F3E69E0FAA}"/>
          </ac:spMkLst>
        </pc:spChg>
        <pc:picChg chg="add mod ord modCrop">
          <ac:chgData name="Oleh Sapiha" userId="428cacb2-53de-4d16-9660-3abdc20ad1c8" providerId="ADAL" clId="{18B4763E-5533-4AB3-88C2-1B82E0015EA9}" dt="2025-03-08T18:42:13.195" v="437" actId="1036"/>
          <ac:picMkLst>
            <pc:docMk/>
            <pc:sldMk cId="3609555581" sldId="458"/>
            <ac:picMk id="5" creationId="{EAAC4237-8077-5E1A-7805-E1E6FABBA3FB}"/>
          </ac:picMkLst>
        </pc:picChg>
      </pc:sldChg>
      <pc:sldChg chg="addSp delSp modSp new mod">
        <pc:chgData name="Oleh Sapiha" userId="428cacb2-53de-4d16-9660-3abdc20ad1c8" providerId="ADAL" clId="{18B4763E-5533-4AB3-88C2-1B82E0015EA9}" dt="2025-03-08T19:30:54.072" v="923" actId="20577"/>
        <pc:sldMkLst>
          <pc:docMk/>
          <pc:sldMk cId="2790693309" sldId="459"/>
        </pc:sldMkLst>
        <pc:spChg chg="mod">
          <ac:chgData name="Oleh Sapiha" userId="428cacb2-53de-4d16-9660-3abdc20ad1c8" providerId="ADAL" clId="{18B4763E-5533-4AB3-88C2-1B82E0015EA9}" dt="2025-03-08T19:07:18.421" v="684"/>
          <ac:spMkLst>
            <pc:docMk/>
            <pc:sldMk cId="2790693309" sldId="459"/>
            <ac:spMk id="2" creationId="{D2F49D94-919C-DF64-7BC7-AE9F95B3355F}"/>
          </ac:spMkLst>
        </pc:spChg>
        <pc:spChg chg="del">
          <ac:chgData name="Oleh Sapiha" userId="428cacb2-53de-4d16-9660-3abdc20ad1c8" providerId="ADAL" clId="{18B4763E-5533-4AB3-88C2-1B82E0015EA9}" dt="2025-03-08T18:53:45.967" v="440" actId="22"/>
          <ac:spMkLst>
            <pc:docMk/>
            <pc:sldMk cId="2790693309" sldId="459"/>
            <ac:spMk id="3" creationId="{FCD986A6-6376-026A-B662-A0712A56AB28}"/>
          </ac:spMkLst>
        </pc:spChg>
        <pc:spChg chg="add del mod">
          <ac:chgData name="Oleh Sapiha" userId="428cacb2-53de-4d16-9660-3abdc20ad1c8" providerId="ADAL" clId="{18B4763E-5533-4AB3-88C2-1B82E0015EA9}" dt="2025-03-08T18:56:12.153" v="446" actId="478"/>
          <ac:spMkLst>
            <pc:docMk/>
            <pc:sldMk cId="2790693309" sldId="459"/>
            <ac:spMk id="7" creationId="{4EA6C4F3-B330-1DFD-25C8-F6556D348D21}"/>
          </ac:spMkLst>
        </pc:spChg>
        <pc:spChg chg="mod">
          <ac:chgData name="Oleh Sapiha" userId="428cacb2-53de-4d16-9660-3abdc20ad1c8" providerId="ADAL" clId="{18B4763E-5533-4AB3-88C2-1B82E0015EA9}" dt="2025-03-08T18:57:12.111" v="458" actId="14100"/>
          <ac:spMkLst>
            <pc:docMk/>
            <pc:sldMk cId="2790693309" sldId="459"/>
            <ac:spMk id="13" creationId="{27B3094C-2C02-1E21-0A16-82149765626A}"/>
          </ac:spMkLst>
        </pc:spChg>
        <pc:spChg chg="mod">
          <ac:chgData name="Oleh Sapiha" userId="428cacb2-53de-4d16-9660-3abdc20ad1c8" providerId="ADAL" clId="{18B4763E-5533-4AB3-88C2-1B82E0015EA9}" dt="2025-03-08T18:56:58.873" v="456" actId="14100"/>
          <ac:spMkLst>
            <pc:docMk/>
            <pc:sldMk cId="2790693309" sldId="459"/>
            <ac:spMk id="16" creationId="{77A04CB1-C62D-D8A1-C620-6EF3F826DC45}"/>
          </ac:spMkLst>
        </pc:spChg>
        <pc:spChg chg="mod">
          <ac:chgData name="Oleh Sapiha" userId="428cacb2-53de-4d16-9660-3abdc20ad1c8" providerId="ADAL" clId="{18B4763E-5533-4AB3-88C2-1B82E0015EA9}" dt="2025-03-08T18:57:01.730" v="457" actId="14100"/>
          <ac:spMkLst>
            <pc:docMk/>
            <pc:sldMk cId="2790693309" sldId="459"/>
            <ac:spMk id="23" creationId="{998B261A-EAD6-F7EE-CE50-CF3E83E0DE6D}"/>
          </ac:spMkLst>
        </pc:spChg>
        <pc:spChg chg="add mod">
          <ac:chgData name="Oleh Sapiha" userId="428cacb2-53de-4d16-9660-3abdc20ad1c8" providerId="ADAL" clId="{18B4763E-5533-4AB3-88C2-1B82E0015EA9}" dt="2025-03-08T18:56:41.446" v="452" actId="255"/>
          <ac:spMkLst>
            <pc:docMk/>
            <pc:sldMk cId="2790693309" sldId="459"/>
            <ac:spMk id="25" creationId="{C9286B0B-D507-1309-544B-615B7897B5CB}"/>
          </ac:spMkLst>
        </pc:spChg>
        <pc:spChg chg="add mod">
          <ac:chgData name="Oleh Sapiha" userId="428cacb2-53de-4d16-9660-3abdc20ad1c8" providerId="ADAL" clId="{18B4763E-5533-4AB3-88C2-1B82E0015EA9}" dt="2025-03-08T18:56:41.446" v="452" actId="255"/>
          <ac:spMkLst>
            <pc:docMk/>
            <pc:sldMk cId="2790693309" sldId="459"/>
            <ac:spMk id="35" creationId="{25183F7A-4D4D-0241-FABA-2FC8C858BC81}"/>
          </ac:spMkLst>
        </pc:spChg>
        <pc:spChg chg="add mod">
          <ac:chgData name="Oleh Sapiha" userId="428cacb2-53de-4d16-9660-3abdc20ad1c8" providerId="ADAL" clId="{18B4763E-5533-4AB3-88C2-1B82E0015EA9}" dt="2025-03-08T18:56:41.446" v="452" actId="255"/>
          <ac:spMkLst>
            <pc:docMk/>
            <pc:sldMk cId="2790693309" sldId="459"/>
            <ac:spMk id="57" creationId="{3B039BDF-E62B-9FFC-3E52-750591B0B0FF}"/>
          </ac:spMkLst>
        </pc:spChg>
        <pc:spChg chg="add mod">
          <ac:chgData name="Oleh Sapiha" userId="428cacb2-53de-4d16-9660-3abdc20ad1c8" providerId="ADAL" clId="{18B4763E-5533-4AB3-88C2-1B82E0015EA9}" dt="2025-03-08T18:56:41.446" v="452" actId="255"/>
          <ac:spMkLst>
            <pc:docMk/>
            <pc:sldMk cId="2790693309" sldId="459"/>
            <ac:spMk id="69" creationId="{8EF4BD50-A71A-F7E8-1CF4-6C3681956444}"/>
          </ac:spMkLst>
        </pc:spChg>
        <pc:spChg chg="add mod">
          <ac:chgData name="Oleh Sapiha" userId="428cacb2-53de-4d16-9660-3abdc20ad1c8" providerId="ADAL" clId="{18B4763E-5533-4AB3-88C2-1B82E0015EA9}" dt="2025-03-08T18:56:41.446" v="452" actId="255"/>
          <ac:spMkLst>
            <pc:docMk/>
            <pc:sldMk cId="2790693309" sldId="459"/>
            <ac:spMk id="71" creationId="{99003C9A-8E0A-8186-7219-D114C1A931B1}"/>
          </ac:spMkLst>
        </pc:spChg>
        <pc:spChg chg="add mod">
          <ac:chgData name="Oleh Sapiha" userId="428cacb2-53de-4d16-9660-3abdc20ad1c8" providerId="ADAL" clId="{18B4763E-5533-4AB3-88C2-1B82E0015EA9}" dt="2025-03-08T18:56:41.446" v="452" actId="255"/>
          <ac:spMkLst>
            <pc:docMk/>
            <pc:sldMk cId="2790693309" sldId="459"/>
            <ac:spMk id="80" creationId="{4ADF261F-DD3F-9B3E-2B09-69808891BAAC}"/>
          </ac:spMkLst>
        </pc:spChg>
        <pc:spChg chg="mod">
          <ac:chgData name="Oleh Sapiha" userId="428cacb2-53de-4d16-9660-3abdc20ad1c8" providerId="ADAL" clId="{18B4763E-5533-4AB3-88C2-1B82E0015EA9}" dt="2025-03-08T18:56:56.095" v="455" actId="14100"/>
          <ac:spMkLst>
            <pc:docMk/>
            <pc:sldMk cId="2790693309" sldId="459"/>
            <ac:spMk id="82" creationId="{9B886CF5-3E5C-449B-3E9B-AF02FCE08EB9}"/>
          </ac:spMkLst>
        </pc:spChg>
        <pc:spChg chg="add mod">
          <ac:chgData name="Oleh Sapiha" userId="428cacb2-53de-4d16-9660-3abdc20ad1c8" providerId="ADAL" clId="{18B4763E-5533-4AB3-88C2-1B82E0015EA9}" dt="2025-03-08T18:56:41.446" v="452" actId="255"/>
          <ac:spMkLst>
            <pc:docMk/>
            <pc:sldMk cId="2790693309" sldId="459"/>
            <ac:spMk id="102" creationId="{6A989C3E-97AF-15EB-D9BA-D51510A6D6A7}"/>
          </ac:spMkLst>
        </pc:spChg>
        <pc:spChg chg="add mod">
          <ac:chgData name="Oleh Sapiha" userId="428cacb2-53de-4d16-9660-3abdc20ad1c8" providerId="ADAL" clId="{18B4763E-5533-4AB3-88C2-1B82E0015EA9}" dt="2025-03-08T18:56:41.446" v="452" actId="255"/>
          <ac:spMkLst>
            <pc:docMk/>
            <pc:sldMk cId="2790693309" sldId="459"/>
            <ac:spMk id="106" creationId="{73538D5F-855A-A7D8-0D23-B450BBB92FB0}"/>
          </ac:spMkLst>
        </pc:spChg>
        <pc:spChg chg="add mod">
          <ac:chgData name="Oleh Sapiha" userId="428cacb2-53de-4d16-9660-3abdc20ad1c8" providerId="ADAL" clId="{18B4763E-5533-4AB3-88C2-1B82E0015EA9}" dt="2025-03-08T18:56:41.446" v="452" actId="255"/>
          <ac:spMkLst>
            <pc:docMk/>
            <pc:sldMk cId="2790693309" sldId="459"/>
            <ac:spMk id="129" creationId="{2E18E3D3-B7CE-B6B8-712A-57A83713BB31}"/>
          </ac:spMkLst>
        </pc:spChg>
        <pc:spChg chg="add mod">
          <ac:chgData name="Oleh Sapiha" userId="428cacb2-53de-4d16-9660-3abdc20ad1c8" providerId="ADAL" clId="{18B4763E-5533-4AB3-88C2-1B82E0015EA9}" dt="2025-03-08T18:56:41.446" v="452" actId="255"/>
          <ac:spMkLst>
            <pc:docMk/>
            <pc:sldMk cId="2790693309" sldId="459"/>
            <ac:spMk id="136" creationId="{E73B16B0-C589-845B-D0DB-DBCBC58D8B44}"/>
          </ac:spMkLst>
        </pc:spChg>
        <pc:spChg chg="add mod">
          <ac:chgData name="Oleh Sapiha" userId="428cacb2-53de-4d16-9660-3abdc20ad1c8" providerId="ADAL" clId="{18B4763E-5533-4AB3-88C2-1B82E0015EA9}" dt="2025-03-08T18:58:15.285" v="461"/>
          <ac:spMkLst>
            <pc:docMk/>
            <pc:sldMk cId="2790693309" sldId="459"/>
            <ac:spMk id="156" creationId="{4DC15A14-9129-2EC2-28EE-FA8B905E9406}"/>
          </ac:spMkLst>
        </pc:spChg>
        <pc:spChg chg="add mod">
          <ac:chgData name="Oleh Sapiha" userId="428cacb2-53de-4d16-9660-3abdc20ad1c8" providerId="ADAL" clId="{18B4763E-5533-4AB3-88C2-1B82E0015EA9}" dt="2025-03-08T18:58:15.285" v="461"/>
          <ac:spMkLst>
            <pc:docMk/>
            <pc:sldMk cId="2790693309" sldId="459"/>
            <ac:spMk id="166" creationId="{AC2989EF-DB89-028F-6E23-62BF22DADD92}"/>
          </ac:spMkLst>
        </pc:spChg>
        <pc:spChg chg="add mod">
          <ac:chgData name="Oleh Sapiha" userId="428cacb2-53de-4d16-9660-3abdc20ad1c8" providerId="ADAL" clId="{18B4763E-5533-4AB3-88C2-1B82E0015EA9}" dt="2025-03-08T18:58:15.285" v="461"/>
          <ac:spMkLst>
            <pc:docMk/>
            <pc:sldMk cId="2790693309" sldId="459"/>
            <ac:spMk id="189" creationId="{40A13E3E-6207-BBE5-6972-F399029281C1}"/>
          </ac:spMkLst>
        </pc:spChg>
        <pc:spChg chg="add mod">
          <ac:chgData name="Oleh Sapiha" userId="428cacb2-53de-4d16-9660-3abdc20ad1c8" providerId="ADAL" clId="{18B4763E-5533-4AB3-88C2-1B82E0015EA9}" dt="2025-03-08T18:58:15.285" v="461"/>
          <ac:spMkLst>
            <pc:docMk/>
            <pc:sldMk cId="2790693309" sldId="459"/>
            <ac:spMk id="198" creationId="{859C5C48-AE9F-C51C-9BA4-FE208CB7C2CB}"/>
          </ac:spMkLst>
        </pc:spChg>
        <pc:spChg chg="add mod">
          <ac:chgData name="Oleh Sapiha" userId="428cacb2-53de-4d16-9660-3abdc20ad1c8" providerId="ADAL" clId="{18B4763E-5533-4AB3-88C2-1B82E0015EA9}" dt="2025-03-08T18:58:15.285" v="461"/>
          <ac:spMkLst>
            <pc:docMk/>
            <pc:sldMk cId="2790693309" sldId="459"/>
            <ac:spMk id="214" creationId="{41E51174-1D4B-D6D0-C569-11DB4F260471}"/>
          </ac:spMkLst>
        </pc:spChg>
        <pc:spChg chg="add mod">
          <ac:chgData name="Oleh Sapiha" userId="428cacb2-53de-4d16-9660-3abdc20ad1c8" providerId="ADAL" clId="{18B4763E-5533-4AB3-88C2-1B82E0015EA9}" dt="2025-03-08T18:58:15.285" v="461"/>
          <ac:spMkLst>
            <pc:docMk/>
            <pc:sldMk cId="2790693309" sldId="459"/>
            <ac:spMk id="221" creationId="{3AB1B301-B8A0-6B61-2E5F-872275E561E3}"/>
          </ac:spMkLst>
        </pc:spChg>
        <pc:spChg chg="add mod">
          <ac:chgData name="Oleh Sapiha" userId="428cacb2-53de-4d16-9660-3abdc20ad1c8" providerId="ADAL" clId="{18B4763E-5533-4AB3-88C2-1B82E0015EA9}" dt="2025-03-08T18:58:15.285" v="461"/>
          <ac:spMkLst>
            <pc:docMk/>
            <pc:sldMk cId="2790693309" sldId="459"/>
            <ac:spMk id="230" creationId="{2027D42F-3F30-83A8-18D1-7AED3035C392}"/>
          </ac:spMkLst>
        </pc:spChg>
        <pc:spChg chg="add mod">
          <ac:chgData name="Oleh Sapiha" userId="428cacb2-53de-4d16-9660-3abdc20ad1c8" providerId="ADAL" clId="{18B4763E-5533-4AB3-88C2-1B82E0015EA9}" dt="2025-03-08T18:58:15.285" v="461"/>
          <ac:spMkLst>
            <pc:docMk/>
            <pc:sldMk cId="2790693309" sldId="459"/>
            <ac:spMk id="237" creationId="{A1420F93-F828-953F-0023-D3A0F62E3CE6}"/>
          </ac:spMkLst>
        </pc:spChg>
        <pc:spChg chg="add mod">
          <ac:chgData name="Oleh Sapiha" userId="428cacb2-53de-4d16-9660-3abdc20ad1c8" providerId="ADAL" clId="{18B4763E-5533-4AB3-88C2-1B82E0015EA9}" dt="2025-03-08T18:58:15.285" v="461"/>
          <ac:spMkLst>
            <pc:docMk/>
            <pc:sldMk cId="2790693309" sldId="459"/>
            <ac:spMk id="262" creationId="{235D1D54-97DD-7C06-80FB-640391D031C7}"/>
          </ac:spMkLst>
        </pc:spChg>
        <pc:spChg chg="add mod">
          <ac:chgData name="Oleh Sapiha" userId="428cacb2-53de-4d16-9660-3abdc20ad1c8" providerId="ADAL" clId="{18B4763E-5533-4AB3-88C2-1B82E0015EA9}" dt="2025-03-08T18:58:15.285" v="461"/>
          <ac:spMkLst>
            <pc:docMk/>
            <pc:sldMk cId="2790693309" sldId="459"/>
            <ac:spMk id="273" creationId="{D6439D2B-B342-66DD-5269-31CC41295B48}"/>
          </ac:spMkLst>
        </pc:spChg>
        <pc:spChg chg="add del mod">
          <ac:chgData name="Oleh Sapiha" userId="428cacb2-53de-4d16-9660-3abdc20ad1c8" providerId="ADAL" clId="{18B4763E-5533-4AB3-88C2-1B82E0015EA9}" dt="2025-03-08T19:00:29.188" v="482" actId="478"/>
          <ac:spMkLst>
            <pc:docMk/>
            <pc:sldMk cId="2790693309" sldId="459"/>
            <ac:spMk id="281" creationId="{DB5688E9-9257-504A-D8F0-C75AC9F568C6}"/>
          </ac:spMkLst>
        </pc:spChg>
        <pc:spChg chg="add mod">
          <ac:chgData name="Oleh Sapiha" userId="428cacb2-53de-4d16-9660-3abdc20ad1c8" providerId="ADAL" clId="{18B4763E-5533-4AB3-88C2-1B82E0015EA9}" dt="2025-03-08T19:30:54.072" v="923" actId="20577"/>
          <ac:spMkLst>
            <pc:docMk/>
            <pc:sldMk cId="2790693309" sldId="459"/>
            <ac:spMk id="283" creationId="{F091847C-F0CA-7297-3239-4A40748CDBBE}"/>
          </ac:spMkLst>
        </pc:spChg>
        <pc:spChg chg="add mod">
          <ac:chgData name="Oleh Sapiha" userId="428cacb2-53de-4d16-9660-3abdc20ad1c8" providerId="ADAL" clId="{18B4763E-5533-4AB3-88C2-1B82E0015EA9}" dt="2025-03-08T19:05:30.406" v="521" actId="14100"/>
          <ac:spMkLst>
            <pc:docMk/>
            <pc:sldMk cId="2790693309" sldId="459"/>
            <ac:spMk id="284" creationId="{B1FB1F00-6A8F-74E4-6B8B-51FEC229F68F}"/>
          </ac:spMkLst>
        </pc:spChg>
        <pc:spChg chg="add mod">
          <ac:chgData name="Oleh Sapiha" userId="428cacb2-53de-4d16-9660-3abdc20ad1c8" providerId="ADAL" clId="{18B4763E-5533-4AB3-88C2-1B82E0015EA9}" dt="2025-03-08T19:07:49.879" v="691" actId="1076"/>
          <ac:spMkLst>
            <pc:docMk/>
            <pc:sldMk cId="2790693309" sldId="459"/>
            <ac:spMk id="289" creationId="{4E8E40BE-2F51-DF5B-A8E8-088951D60030}"/>
          </ac:spMkLst>
        </pc:spChg>
        <pc:grpChg chg="del mod">
          <ac:chgData name="Oleh Sapiha" userId="428cacb2-53de-4d16-9660-3abdc20ad1c8" providerId="ADAL" clId="{18B4763E-5533-4AB3-88C2-1B82E0015EA9}" dt="2025-03-08T18:57:17.348" v="459" actId="478"/>
          <ac:grpSpMkLst>
            <pc:docMk/>
            <pc:sldMk cId="2790693309" sldId="459"/>
            <ac:grpSpMk id="8" creationId="{213461AD-74A4-7C50-F8A4-57E1AE033D6D}"/>
          </ac:grpSpMkLst>
        </pc:grpChg>
        <pc:picChg chg="add del mod ord">
          <ac:chgData name="Oleh Sapiha" userId="428cacb2-53de-4d16-9660-3abdc20ad1c8" providerId="ADAL" clId="{18B4763E-5533-4AB3-88C2-1B82E0015EA9}" dt="2025-03-08T18:56:00.929" v="444" actId="478"/>
          <ac:picMkLst>
            <pc:docMk/>
            <pc:sldMk cId="2790693309" sldId="459"/>
            <ac:picMk id="5" creationId="{18222DE4-F0E9-EBB3-FA43-BA4A076C292F}"/>
          </ac:picMkLst>
        </pc:picChg>
        <pc:picChg chg="add mod modCrop">
          <ac:chgData name="Oleh Sapiha" userId="428cacb2-53de-4d16-9660-3abdc20ad1c8" providerId="ADAL" clId="{18B4763E-5533-4AB3-88C2-1B82E0015EA9}" dt="2025-03-08T19:01:42.014" v="504" actId="1037"/>
          <ac:picMkLst>
            <pc:docMk/>
            <pc:sldMk cId="2790693309" sldId="459"/>
            <ac:picMk id="279" creationId="{E28201B7-AE7F-8C68-1B98-4B95046C6B39}"/>
          </ac:picMkLst>
        </pc:picChg>
        <pc:cxnChg chg="add mod">
          <ac:chgData name="Oleh Sapiha" userId="428cacb2-53de-4d16-9660-3abdc20ad1c8" providerId="ADAL" clId="{18B4763E-5533-4AB3-88C2-1B82E0015EA9}" dt="2025-03-08T19:07:13.793" v="682" actId="14100"/>
          <ac:cxnSpMkLst>
            <pc:docMk/>
            <pc:sldMk cId="2790693309" sldId="459"/>
            <ac:cxnSpMk id="286" creationId="{1E253B71-F45F-DB0F-2825-9F4F9781C060}"/>
          </ac:cxnSpMkLst>
        </pc:cxnChg>
      </pc:sldChg>
      <pc:sldChg chg="addSp delSp modSp new mod">
        <pc:chgData name="Oleh Sapiha" userId="428cacb2-53de-4d16-9660-3abdc20ad1c8" providerId="ADAL" clId="{18B4763E-5533-4AB3-88C2-1B82E0015EA9}" dt="2025-03-08T20:21:33.918" v="1356" actId="17032"/>
        <pc:sldMkLst>
          <pc:docMk/>
          <pc:sldMk cId="2211014217" sldId="460"/>
        </pc:sldMkLst>
        <pc:spChg chg="mod">
          <ac:chgData name="Oleh Sapiha" userId="428cacb2-53de-4d16-9660-3abdc20ad1c8" providerId="ADAL" clId="{18B4763E-5533-4AB3-88C2-1B82E0015EA9}" dt="2025-03-08T19:28:33.483" v="916" actId="108"/>
          <ac:spMkLst>
            <pc:docMk/>
            <pc:sldMk cId="2211014217" sldId="460"/>
            <ac:spMk id="2" creationId="{F6A7DE11-058C-11F1-ADD3-E17C20253389}"/>
          </ac:spMkLst>
        </pc:spChg>
        <pc:spChg chg="del">
          <ac:chgData name="Oleh Sapiha" userId="428cacb2-53de-4d16-9660-3abdc20ad1c8" providerId="ADAL" clId="{18B4763E-5533-4AB3-88C2-1B82E0015EA9}" dt="2025-03-08T19:14:06.740" v="744" actId="22"/>
          <ac:spMkLst>
            <pc:docMk/>
            <pc:sldMk cId="2211014217" sldId="460"/>
            <ac:spMk id="3" creationId="{D486F19D-E027-E0F1-5A4A-33193A70366B}"/>
          </ac:spMkLst>
        </pc:spChg>
        <pc:spChg chg="add">
          <ac:chgData name="Oleh Sapiha" userId="428cacb2-53de-4d16-9660-3abdc20ad1c8" providerId="ADAL" clId="{18B4763E-5533-4AB3-88C2-1B82E0015EA9}" dt="2025-03-08T19:19:00.005" v="785"/>
          <ac:spMkLst>
            <pc:docMk/>
            <pc:sldMk cId="2211014217" sldId="460"/>
            <ac:spMk id="10" creationId="{2825CC49-8BE4-98E1-866E-8EF3D8B79E6F}"/>
          </ac:spMkLst>
        </pc:spChg>
        <pc:spChg chg="add">
          <ac:chgData name="Oleh Sapiha" userId="428cacb2-53de-4d16-9660-3abdc20ad1c8" providerId="ADAL" clId="{18B4763E-5533-4AB3-88C2-1B82E0015EA9}" dt="2025-03-08T19:19:01.903" v="786"/>
          <ac:spMkLst>
            <pc:docMk/>
            <pc:sldMk cId="2211014217" sldId="460"/>
            <ac:spMk id="11" creationId="{7BF4F331-0876-1571-630B-334BF688D574}"/>
          </ac:spMkLst>
        </pc:spChg>
        <pc:spChg chg="add">
          <ac:chgData name="Oleh Sapiha" userId="428cacb2-53de-4d16-9660-3abdc20ad1c8" providerId="ADAL" clId="{18B4763E-5533-4AB3-88C2-1B82E0015EA9}" dt="2025-03-08T19:19:08.042" v="787"/>
          <ac:spMkLst>
            <pc:docMk/>
            <pc:sldMk cId="2211014217" sldId="460"/>
            <ac:spMk id="12" creationId="{74ED2179-4918-0BA3-432C-387A33C694F6}"/>
          </ac:spMkLst>
        </pc:spChg>
        <pc:spChg chg="add del mod">
          <ac:chgData name="Oleh Sapiha" userId="428cacb2-53de-4d16-9660-3abdc20ad1c8" providerId="ADAL" clId="{18B4763E-5533-4AB3-88C2-1B82E0015EA9}" dt="2025-03-08T19:19:49.343" v="796"/>
          <ac:spMkLst>
            <pc:docMk/>
            <pc:sldMk cId="2211014217" sldId="460"/>
            <ac:spMk id="13" creationId="{C4A501D5-CD89-DAF6-0CC5-28D927D81486}"/>
          </ac:spMkLst>
        </pc:spChg>
        <pc:spChg chg="add del mod">
          <ac:chgData name="Oleh Sapiha" userId="428cacb2-53de-4d16-9660-3abdc20ad1c8" providerId="ADAL" clId="{18B4763E-5533-4AB3-88C2-1B82E0015EA9}" dt="2025-03-08T19:19:49.340" v="794" actId="478"/>
          <ac:spMkLst>
            <pc:docMk/>
            <pc:sldMk cId="2211014217" sldId="460"/>
            <ac:spMk id="14" creationId="{F9FC136D-BF49-5293-6A40-A5974E100544}"/>
          </ac:spMkLst>
        </pc:spChg>
        <pc:spChg chg="add">
          <ac:chgData name="Oleh Sapiha" userId="428cacb2-53de-4d16-9660-3abdc20ad1c8" providerId="ADAL" clId="{18B4763E-5533-4AB3-88C2-1B82E0015EA9}" dt="2025-03-08T19:19:29.330" v="790"/>
          <ac:spMkLst>
            <pc:docMk/>
            <pc:sldMk cId="2211014217" sldId="460"/>
            <ac:spMk id="15" creationId="{1CABE525-243B-AAFB-7431-9E09B0F8ECEA}"/>
          </ac:spMkLst>
        </pc:spChg>
        <pc:spChg chg="add">
          <ac:chgData name="Oleh Sapiha" userId="428cacb2-53de-4d16-9660-3abdc20ad1c8" providerId="ADAL" clId="{18B4763E-5533-4AB3-88C2-1B82E0015EA9}" dt="2025-03-08T19:20:36.642" v="797"/>
          <ac:spMkLst>
            <pc:docMk/>
            <pc:sldMk cId="2211014217" sldId="460"/>
            <ac:spMk id="16" creationId="{64C70761-95C8-7C61-054A-7A23B086333B}"/>
          </ac:spMkLst>
        </pc:spChg>
        <pc:spChg chg="add mod">
          <ac:chgData name="Oleh Sapiha" userId="428cacb2-53de-4d16-9660-3abdc20ad1c8" providerId="ADAL" clId="{18B4763E-5533-4AB3-88C2-1B82E0015EA9}" dt="2025-03-08T19:25:00.018" v="878" actId="14100"/>
          <ac:spMkLst>
            <pc:docMk/>
            <pc:sldMk cId="2211014217" sldId="460"/>
            <ac:spMk id="17" creationId="{5028CDB4-8B7C-BCEA-B853-8994B305ABE1}"/>
          </ac:spMkLst>
        </pc:spChg>
        <pc:spChg chg="add">
          <ac:chgData name="Oleh Sapiha" userId="428cacb2-53de-4d16-9660-3abdc20ad1c8" providerId="ADAL" clId="{18B4763E-5533-4AB3-88C2-1B82E0015EA9}" dt="2025-03-08T19:20:45.285" v="799"/>
          <ac:spMkLst>
            <pc:docMk/>
            <pc:sldMk cId="2211014217" sldId="460"/>
            <ac:spMk id="18" creationId="{8617048E-2426-6087-4167-6733FE0877C6}"/>
          </ac:spMkLst>
        </pc:spChg>
        <pc:spChg chg="add">
          <ac:chgData name="Oleh Sapiha" userId="428cacb2-53de-4d16-9660-3abdc20ad1c8" providerId="ADAL" clId="{18B4763E-5533-4AB3-88C2-1B82E0015EA9}" dt="2025-03-08T19:20:48.763" v="800"/>
          <ac:spMkLst>
            <pc:docMk/>
            <pc:sldMk cId="2211014217" sldId="460"/>
            <ac:spMk id="19" creationId="{D94D02F2-77CD-D8C8-7F5F-B21D102C066F}"/>
          </ac:spMkLst>
        </pc:spChg>
        <pc:spChg chg="add mod">
          <ac:chgData name="Oleh Sapiha" userId="428cacb2-53de-4d16-9660-3abdc20ad1c8" providerId="ADAL" clId="{18B4763E-5533-4AB3-88C2-1B82E0015EA9}" dt="2025-03-08T19:25:31.888" v="894" actId="20577"/>
          <ac:spMkLst>
            <pc:docMk/>
            <pc:sldMk cId="2211014217" sldId="460"/>
            <ac:spMk id="20" creationId="{A4BB6C76-6DEF-943A-9439-0FBAB1371190}"/>
          </ac:spMkLst>
        </pc:spChg>
        <pc:picChg chg="add mod ord">
          <ac:chgData name="Oleh Sapiha" userId="428cacb2-53de-4d16-9660-3abdc20ad1c8" providerId="ADAL" clId="{18B4763E-5533-4AB3-88C2-1B82E0015EA9}" dt="2025-03-08T19:16:35.065" v="772" actId="14100"/>
          <ac:picMkLst>
            <pc:docMk/>
            <pc:sldMk cId="2211014217" sldId="460"/>
            <ac:picMk id="5" creationId="{FD08B142-1E58-8E44-717A-491EB827E4EC}"/>
          </ac:picMkLst>
        </pc:picChg>
        <pc:picChg chg="add mod modCrop">
          <ac:chgData name="Oleh Sapiha" userId="428cacb2-53de-4d16-9660-3abdc20ad1c8" providerId="ADAL" clId="{18B4763E-5533-4AB3-88C2-1B82E0015EA9}" dt="2025-03-08T19:17:01.556" v="784" actId="1037"/>
          <ac:picMkLst>
            <pc:docMk/>
            <pc:sldMk cId="2211014217" sldId="460"/>
            <ac:picMk id="7" creationId="{8DA66BFF-2DD4-2D00-5681-0EEDC0218E48}"/>
          </ac:picMkLst>
        </pc:picChg>
        <pc:cxnChg chg="add del">
          <ac:chgData name="Oleh Sapiha" userId="428cacb2-53de-4d16-9660-3abdc20ad1c8" providerId="ADAL" clId="{18B4763E-5533-4AB3-88C2-1B82E0015EA9}" dt="2025-03-08T19:49:29.449" v="1082" actId="478"/>
          <ac:cxnSpMkLst>
            <pc:docMk/>
            <pc:sldMk cId="2211014217" sldId="460"/>
            <ac:cxnSpMk id="4" creationId="{44086078-E862-5B40-D3C5-6D29101C6553}"/>
          </ac:cxnSpMkLst>
        </pc:cxnChg>
        <pc:cxnChg chg="add mod">
          <ac:chgData name="Oleh Sapiha" userId="428cacb2-53de-4d16-9660-3abdc20ad1c8" providerId="ADAL" clId="{18B4763E-5533-4AB3-88C2-1B82E0015EA9}" dt="2025-03-08T20:21:33.918" v="1356" actId="17032"/>
          <ac:cxnSpMkLst>
            <pc:docMk/>
            <pc:sldMk cId="2211014217" sldId="460"/>
            <ac:cxnSpMk id="9" creationId="{EB64E5F3-51A7-E738-846D-C42577473FCD}"/>
          </ac:cxnSpMkLst>
        </pc:cxnChg>
      </pc:sldChg>
      <pc:sldChg chg="addSp delSp modSp new mod">
        <pc:chgData name="Oleh Sapiha" userId="428cacb2-53de-4d16-9660-3abdc20ad1c8" providerId="ADAL" clId="{18B4763E-5533-4AB3-88C2-1B82E0015EA9}" dt="2025-03-08T19:54:33.925" v="1172" actId="20577"/>
        <pc:sldMkLst>
          <pc:docMk/>
          <pc:sldMk cId="3717059390" sldId="461"/>
        </pc:sldMkLst>
        <pc:spChg chg="mod">
          <ac:chgData name="Oleh Sapiha" userId="428cacb2-53de-4d16-9660-3abdc20ad1c8" providerId="ADAL" clId="{18B4763E-5533-4AB3-88C2-1B82E0015EA9}" dt="2025-03-08T19:54:33.925" v="1172" actId="20577"/>
          <ac:spMkLst>
            <pc:docMk/>
            <pc:sldMk cId="3717059390" sldId="461"/>
            <ac:spMk id="2" creationId="{10EE1A0A-7ADC-FFD7-2A85-DBD318327845}"/>
          </ac:spMkLst>
        </pc:spChg>
        <pc:spChg chg="add del">
          <ac:chgData name="Oleh Sapiha" userId="428cacb2-53de-4d16-9660-3abdc20ad1c8" providerId="ADAL" clId="{18B4763E-5533-4AB3-88C2-1B82E0015EA9}" dt="2025-03-08T19:32:21.251" v="927"/>
          <ac:spMkLst>
            <pc:docMk/>
            <pc:sldMk cId="3717059390" sldId="461"/>
            <ac:spMk id="3" creationId="{9ECF88A3-6356-A2F6-7689-023C8969A29F}"/>
          </ac:spMkLst>
        </pc:spChg>
        <pc:spChg chg="add mod">
          <ac:chgData name="Oleh Sapiha" userId="428cacb2-53de-4d16-9660-3abdc20ad1c8" providerId="ADAL" clId="{18B4763E-5533-4AB3-88C2-1B82E0015EA9}" dt="2025-03-08T19:53:50.061" v="1117" actId="20577"/>
          <ac:spMkLst>
            <pc:docMk/>
            <pc:sldMk cId="3717059390" sldId="461"/>
            <ac:spMk id="4" creationId="{F42706AF-3DF1-B32A-1242-8A3464772811}"/>
          </ac:spMkLst>
        </pc:spChg>
        <pc:spChg chg="add">
          <ac:chgData name="Oleh Sapiha" userId="428cacb2-53de-4d16-9660-3abdc20ad1c8" providerId="ADAL" clId="{18B4763E-5533-4AB3-88C2-1B82E0015EA9}" dt="2025-03-08T19:52:30.569" v="1093"/>
          <ac:spMkLst>
            <pc:docMk/>
            <pc:sldMk cId="3717059390" sldId="461"/>
            <ac:spMk id="9" creationId="{583C4C51-A191-940B-EEE9-C13C33CD6628}"/>
          </ac:spMkLst>
        </pc:spChg>
        <pc:picChg chg="add del mod modCrop">
          <ac:chgData name="Oleh Sapiha" userId="428cacb2-53de-4d16-9660-3abdc20ad1c8" providerId="ADAL" clId="{18B4763E-5533-4AB3-88C2-1B82E0015EA9}" dt="2025-03-08T19:53:50.221" v="1122" actId="478"/>
          <ac:picMkLst>
            <pc:docMk/>
            <pc:sldMk cId="3717059390" sldId="461"/>
            <ac:picMk id="6" creationId="{85D067C1-6CD2-7D7B-CDBF-04DC3E7FF324}"/>
          </ac:picMkLst>
        </pc:picChg>
        <pc:picChg chg="add del mod">
          <ac:chgData name="Oleh Sapiha" userId="428cacb2-53de-4d16-9660-3abdc20ad1c8" providerId="ADAL" clId="{18B4763E-5533-4AB3-88C2-1B82E0015EA9}" dt="2025-03-08T19:53:50.191" v="1121" actId="22"/>
          <ac:picMkLst>
            <pc:docMk/>
            <pc:sldMk cId="3717059390" sldId="461"/>
            <ac:picMk id="8" creationId="{8719917A-FFD1-56C7-42BB-B43FC72922B1}"/>
          </ac:picMkLst>
        </pc:picChg>
      </pc:sldChg>
      <pc:sldChg chg="new del">
        <pc:chgData name="Oleh Sapiha" userId="428cacb2-53de-4d16-9660-3abdc20ad1c8" providerId="ADAL" clId="{18B4763E-5533-4AB3-88C2-1B82E0015EA9}" dt="2025-03-08T19:53:50.251" v="1123" actId="680"/>
        <pc:sldMkLst>
          <pc:docMk/>
          <pc:sldMk cId="305342603" sldId="462"/>
        </pc:sldMkLst>
      </pc:sldChg>
      <pc:sldChg chg="addSp delSp modSp new mod">
        <pc:chgData name="Oleh Sapiha" userId="428cacb2-53de-4d16-9660-3abdc20ad1c8" providerId="ADAL" clId="{18B4763E-5533-4AB3-88C2-1B82E0015EA9}" dt="2025-03-08T20:01:19.704" v="1232" actId="20577"/>
        <pc:sldMkLst>
          <pc:docMk/>
          <pc:sldMk cId="2183596730" sldId="462"/>
        </pc:sldMkLst>
        <pc:spChg chg="mod">
          <ac:chgData name="Oleh Sapiha" userId="428cacb2-53de-4d16-9660-3abdc20ad1c8" providerId="ADAL" clId="{18B4763E-5533-4AB3-88C2-1B82E0015EA9}" dt="2025-03-08T19:54:59.315" v="1197" actId="20577"/>
          <ac:spMkLst>
            <pc:docMk/>
            <pc:sldMk cId="2183596730" sldId="462"/>
            <ac:spMk id="2" creationId="{90D6A717-4C5C-FDF3-24AD-34E820884E1E}"/>
          </ac:spMkLst>
        </pc:spChg>
        <pc:spChg chg="del">
          <ac:chgData name="Oleh Sapiha" userId="428cacb2-53de-4d16-9660-3abdc20ad1c8" providerId="ADAL" clId="{18B4763E-5533-4AB3-88C2-1B82E0015EA9}" dt="2025-03-08T19:57:44.065" v="1198" actId="22"/>
          <ac:spMkLst>
            <pc:docMk/>
            <pc:sldMk cId="2183596730" sldId="462"/>
            <ac:spMk id="3" creationId="{DEAE7A3C-9DBC-63C6-B726-ED08F9C53206}"/>
          </ac:spMkLst>
        </pc:spChg>
        <pc:spChg chg="add">
          <ac:chgData name="Oleh Sapiha" userId="428cacb2-53de-4d16-9660-3abdc20ad1c8" providerId="ADAL" clId="{18B4763E-5533-4AB3-88C2-1B82E0015EA9}" dt="2025-03-08T19:58:24.842" v="1202"/>
          <ac:spMkLst>
            <pc:docMk/>
            <pc:sldMk cId="2183596730" sldId="462"/>
            <ac:spMk id="6" creationId="{9F4AACB1-BFE8-F777-1017-1638175E1E18}"/>
          </ac:spMkLst>
        </pc:spChg>
        <pc:spChg chg="add mod">
          <ac:chgData name="Oleh Sapiha" userId="428cacb2-53de-4d16-9660-3abdc20ad1c8" providerId="ADAL" clId="{18B4763E-5533-4AB3-88C2-1B82E0015EA9}" dt="2025-03-08T20:01:19.704" v="1232" actId="20577"/>
          <ac:spMkLst>
            <pc:docMk/>
            <pc:sldMk cId="2183596730" sldId="462"/>
            <ac:spMk id="7" creationId="{EF02C305-849A-C506-52FE-7FF362C27D06}"/>
          </ac:spMkLst>
        </pc:spChg>
        <pc:spChg chg="add">
          <ac:chgData name="Oleh Sapiha" userId="428cacb2-53de-4d16-9660-3abdc20ad1c8" providerId="ADAL" clId="{18B4763E-5533-4AB3-88C2-1B82E0015EA9}" dt="2025-03-08T19:58:34.339" v="1204"/>
          <ac:spMkLst>
            <pc:docMk/>
            <pc:sldMk cId="2183596730" sldId="462"/>
            <ac:spMk id="8" creationId="{04F1F4F7-28DA-CEEA-7DD6-3B2738C9EA1E}"/>
          </ac:spMkLst>
        </pc:spChg>
        <pc:spChg chg="add">
          <ac:chgData name="Oleh Sapiha" userId="428cacb2-53de-4d16-9660-3abdc20ad1c8" providerId="ADAL" clId="{18B4763E-5533-4AB3-88C2-1B82E0015EA9}" dt="2025-03-08T19:58:36.704" v="1205"/>
          <ac:spMkLst>
            <pc:docMk/>
            <pc:sldMk cId="2183596730" sldId="462"/>
            <ac:spMk id="9" creationId="{48B23264-7993-7B90-E5FB-C643F77FCC30}"/>
          </ac:spMkLst>
        </pc:spChg>
        <pc:picChg chg="add mod ord">
          <ac:chgData name="Oleh Sapiha" userId="428cacb2-53de-4d16-9660-3abdc20ad1c8" providerId="ADAL" clId="{18B4763E-5533-4AB3-88C2-1B82E0015EA9}" dt="2025-03-08T19:57:49.245" v="1201" actId="14100"/>
          <ac:picMkLst>
            <pc:docMk/>
            <pc:sldMk cId="2183596730" sldId="462"/>
            <ac:picMk id="5" creationId="{A2E33AF7-53E0-2D43-79B3-4A2C694DEBF8}"/>
          </ac:picMkLst>
        </pc:picChg>
      </pc:sldChg>
      <pc:sldChg chg="new del">
        <pc:chgData name="Oleh Sapiha" userId="428cacb2-53de-4d16-9660-3abdc20ad1c8" providerId="ADAL" clId="{18B4763E-5533-4AB3-88C2-1B82E0015EA9}" dt="2025-03-08T19:54:14.513" v="1137" actId="680"/>
        <pc:sldMkLst>
          <pc:docMk/>
          <pc:sldMk cId="3446251071" sldId="462"/>
        </pc:sldMkLst>
      </pc:sldChg>
      <pc:sldChg chg="addSp delSp modSp new mod">
        <pc:chgData name="Oleh Sapiha" userId="428cacb2-53de-4d16-9660-3abdc20ad1c8" providerId="ADAL" clId="{18B4763E-5533-4AB3-88C2-1B82E0015EA9}" dt="2025-03-08T20:30:50.623" v="1502" actId="113"/>
        <pc:sldMkLst>
          <pc:docMk/>
          <pc:sldMk cId="1130092430" sldId="463"/>
        </pc:sldMkLst>
        <pc:spChg chg="mod">
          <ac:chgData name="Oleh Sapiha" userId="428cacb2-53de-4d16-9660-3abdc20ad1c8" providerId="ADAL" clId="{18B4763E-5533-4AB3-88C2-1B82E0015EA9}" dt="2025-03-08T20:29:22.975" v="1479" actId="20577"/>
          <ac:spMkLst>
            <pc:docMk/>
            <pc:sldMk cId="1130092430" sldId="463"/>
            <ac:spMk id="2" creationId="{59177793-5C0E-B4B5-B6BB-A636894248C8}"/>
          </ac:spMkLst>
        </pc:spChg>
        <pc:spChg chg="del">
          <ac:chgData name="Oleh Sapiha" userId="428cacb2-53de-4d16-9660-3abdc20ad1c8" providerId="ADAL" clId="{18B4763E-5533-4AB3-88C2-1B82E0015EA9}" dt="2025-03-08T20:18:32.881" v="1343" actId="22"/>
          <ac:spMkLst>
            <pc:docMk/>
            <pc:sldMk cId="1130092430" sldId="463"/>
            <ac:spMk id="3" creationId="{9D163DFF-5459-E6E5-970B-A40E735FFAD9}"/>
          </ac:spMkLst>
        </pc:spChg>
        <pc:spChg chg="add mod">
          <ac:chgData name="Oleh Sapiha" userId="428cacb2-53de-4d16-9660-3abdc20ad1c8" providerId="ADAL" clId="{18B4763E-5533-4AB3-88C2-1B82E0015EA9}" dt="2025-03-08T20:30:50.623" v="1502" actId="113"/>
          <ac:spMkLst>
            <pc:docMk/>
            <pc:sldMk cId="1130092430" sldId="463"/>
            <ac:spMk id="9" creationId="{8379B22C-1C7F-0C34-4A4F-BE3488C9837C}"/>
          </ac:spMkLst>
        </pc:spChg>
        <pc:spChg chg="add">
          <ac:chgData name="Oleh Sapiha" userId="428cacb2-53de-4d16-9660-3abdc20ad1c8" providerId="ADAL" clId="{18B4763E-5533-4AB3-88C2-1B82E0015EA9}" dt="2025-03-08T20:22:42.447" v="1359"/>
          <ac:spMkLst>
            <pc:docMk/>
            <pc:sldMk cId="1130092430" sldId="463"/>
            <ac:spMk id="10" creationId="{DB6A7D5C-D192-4805-E2A3-6941B63B2BD0}"/>
          </ac:spMkLst>
        </pc:spChg>
        <pc:spChg chg="add mod">
          <ac:chgData name="Oleh Sapiha" userId="428cacb2-53de-4d16-9660-3abdc20ad1c8" providerId="ADAL" clId="{18B4763E-5533-4AB3-88C2-1B82E0015EA9}" dt="2025-03-08T20:28:24.800" v="1424" actId="113"/>
          <ac:spMkLst>
            <pc:docMk/>
            <pc:sldMk cId="1130092430" sldId="463"/>
            <ac:spMk id="12" creationId="{4DF6D914-B9B2-5C43-D30A-CF293F9F0211}"/>
          </ac:spMkLst>
        </pc:spChg>
        <pc:picChg chg="add mod ord">
          <ac:chgData name="Oleh Sapiha" userId="428cacb2-53de-4d16-9660-3abdc20ad1c8" providerId="ADAL" clId="{18B4763E-5533-4AB3-88C2-1B82E0015EA9}" dt="2025-03-08T20:30:41.834" v="1501" actId="1076"/>
          <ac:picMkLst>
            <pc:docMk/>
            <pc:sldMk cId="1130092430" sldId="463"/>
            <ac:picMk id="5" creationId="{AB071B01-C315-2FAB-01E7-C042D1A06E25}"/>
          </ac:picMkLst>
        </pc:picChg>
        <pc:picChg chg="add mod">
          <ac:chgData name="Oleh Sapiha" userId="428cacb2-53de-4d16-9660-3abdc20ad1c8" providerId="ADAL" clId="{18B4763E-5533-4AB3-88C2-1B82E0015EA9}" dt="2025-03-08T20:25:03.878" v="1372" actId="1076"/>
          <ac:picMkLst>
            <pc:docMk/>
            <pc:sldMk cId="1130092430" sldId="463"/>
            <ac:picMk id="7" creationId="{D2B06687-B20A-1E7A-D3B1-715F00C02683}"/>
          </ac:picMkLst>
        </pc:picChg>
        <pc:cxnChg chg="add mod">
          <ac:chgData name="Oleh Sapiha" userId="428cacb2-53de-4d16-9660-3abdc20ad1c8" providerId="ADAL" clId="{18B4763E-5533-4AB3-88C2-1B82E0015EA9}" dt="2025-03-08T20:28:45.926" v="1433" actId="1038"/>
          <ac:cxnSpMkLst>
            <pc:docMk/>
            <pc:sldMk cId="1130092430" sldId="463"/>
            <ac:cxnSpMk id="8" creationId="{31E44BE3-3A26-CAA5-965D-5B7F9EED7813}"/>
          </ac:cxnSpMkLst>
        </pc:cxnChg>
      </pc:sldChg>
      <pc:sldChg chg="new add del">
        <pc:chgData name="Oleh Sapiha" userId="428cacb2-53de-4d16-9660-3abdc20ad1c8" providerId="ADAL" clId="{18B4763E-5533-4AB3-88C2-1B82E0015EA9}" dt="2025-03-08T19:54:14.241" v="1136" actId="680"/>
        <pc:sldMkLst>
          <pc:docMk/>
          <pc:sldMk cId="2747922189" sldId="463"/>
        </pc:sldMkLst>
      </pc:sldChg>
      <pc:sldChg chg="addSp delSp modSp new mod ord">
        <pc:chgData name="Oleh Sapiha" userId="428cacb2-53de-4d16-9660-3abdc20ad1c8" providerId="ADAL" clId="{18B4763E-5533-4AB3-88C2-1B82E0015EA9}" dt="2025-03-08T20:17:45.261" v="1342"/>
        <pc:sldMkLst>
          <pc:docMk/>
          <pc:sldMk cId="719924982" sldId="464"/>
        </pc:sldMkLst>
        <pc:spChg chg="mod">
          <ac:chgData name="Oleh Sapiha" userId="428cacb2-53de-4d16-9660-3abdc20ad1c8" providerId="ADAL" clId="{18B4763E-5533-4AB3-88C2-1B82E0015EA9}" dt="2025-03-08T20:09:08.807" v="1298" actId="20577"/>
          <ac:spMkLst>
            <pc:docMk/>
            <pc:sldMk cId="719924982" sldId="464"/>
            <ac:spMk id="2" creationId="{64E22668-AC09-C138-879A-287E018B12D8}"/>
          </ac:spMkLst>
        </pc:spChg>
        <pc:spChg chg="del">
          <ac:chgData name="Oleh Sapiha" userId="428cacb2-53de-4d16-9660-3abdc20ad1c8" providerId="ADAL" clId="{18B4763E-5533-4AB3-88C2-1B82E0015EA9}" dt="2025-03-08T20:09:11.265" v="1299"/>
          <ac:spMkLst>
            <pc:docMk/>
            <pc:sldMk cId="719924982" sldId="464"/>
            <ac:spMk id="3" creationId="{8C34EE10-E5CB-1F2B-6BE9-8B1B1A546E3C}"/>
          </ac:spMkLst>
        </pc:spChg>
        <pc:spChg chg="add mod">
          <ac:chgData name="Oleh Sapiha" userId="428cacb2-53de-4d16-9660-3abdc20ad1c8" providerId="ADAL" clId="{18B4763E-5533-4AB3-88C2-1B82E0015EA9}" dt="2025-03-08T20:15:37.081" v="1340" actId="113"/>
          <ac:spMkLst>
            <pc:docMk/>
            <pc:sldMk cId="719924982" sldId="464"/>
            <ac:spMk id="4" creationId="{BDB7288B-C5DB-2C1F-1041-EEFB9FF59F44}"/>
          </ac:spMkLst>
        </pc:spChg>
      </pc:sldChg>
      <pc:sldChg chg="new add del">
        <pc:chgData name="Oleh Sapiha" userId="428cacb2-53de-4d16-9660-3abdc20ad1c8" providerId="ADAL" clId="{18B4763E-5533-4AB3-88C2-1B82E0015EA9}" dt="2025-03-08T19:54:14.026" v="1135" actId="680"/>
        <pc:sldMkLst>
          <pc:docMk/>
          <pc:sldMk cId="932041602" sldId="464"/>
        </pc:sldMkLst>
      </pc:sldChg>
      <pc:sldChg chg="new del">
        <pc:chgData name="Oleh Sapiha" userId="428cacb2-53de-4d16-9660-3abdc20ad1c8" providerId="ADAL" clId="{18B4763E-5533-4AB3-88C2-1B82E0015EA9}" dt="2025-03-08T20:08:37.593" v="1261" actId="680"/>
        <pc:sldMkLst>
          <pc:docMk/>
          <pc:sldMk cId="935248185" sldId="464"/>
        </pc:sldMkLst>
      </pc:sldChg>
      <pc:sldChg chg="addSp delSp modSp new mod">
        <pc:chgData name="Oleh Sapiha" userId="428cacb2-53de-4d16-9660-3abdc20ad1c8" providerId="ADAL" clId="{18B4763E-5533-4AB3-88C2-1B82E0015EA9}" dt="2025-03-09T20:23:35.113" v="2793" actId="20577"/>
        <pc:sldMkLst>
          <pc:docMk/>
          <pc:sldMk cId="65863185" sldId="465"/>
        </pc:sldMkLst>
        <pc:spChg chg="mod">
          <ac:chgData name="Oleh Sapiha" userId="428cacb2-53de-4d16-9660-3abdc20ad1c8" providerId="ADAL" clId="{18B4763E-5533-4AB3-88C2-1B82E0015EA9}" dt="2025-03-09T20:23:35.113" v="2793" actId="20577"/>
          <ac:spMkLst>
            <pc:docMk/>
            <pc:sldMk cId="65863185" sldId="465"/>
            <ac:spMk id="2" creationId="{F5B6A4F0-2AC7-ED3F-94AC-627BE77CE0B3}"/>
          </ac:spMkLst>
        </pc:spChg>
        <pc:spChg chg="del mod">
          <ac:chgData name="Oleh Sapiha" userId="428cacb2-53de-4d16-9660-3abdc20ad1c8" providerId="ADAL" clId="{18B4763E-5533-4AB3-88C2-1B82E0015EA9}" dt="2025-03-09T20:22:06.641" v="2707" actId="478"/>
          <ac:spMkLst>
            <pc:docMk/>
            <pc:sldMk cId="65863185" sldId="465"/>
            <ac:spMk id="3" creationId="{9B84350E-AC41-9A3E-1B6D-FF293261982C}"/>
          </ac:spMkLst>
        </pc:spChg>
        <pc:spChg chg="add mod">
          <ac:chgData name="Oleh Sapiha" userId="428cacb2-53de-4d16-9660-3abdc20ad1c8" providerId="ADAL" clId="{18B4763E-5533-4AB3-88C2-1B82E0015EA9}" dt="2025-03-09T20:22:45.200" v="2734" actId="1076"/>
          <ac:spMkLst>
            <pc:docMk/>
            <pc:sldMk cId="65863185" sldId="465"/>
            <ac:spMk id="7" creationId="{EA13F8EE-7C03-7439-6F65-C81EB9021D1D}"/>
          </ac:spMkLst>
        </pc:spChg>
        <pc:picChg chg="add mod modCrop">
          <ac:chgData name="Oleh Sapiha" userId="428cacb2-53de-4d16-9660-3abdc20ad1c8" providerId="ADAL" clId="{18B4763E-5533-4AB3-88C2-1B82E0015EA9}" dt="2025-03-08T20:40:11.843" v="1521" actId="1035"/>
          <ac:picMkLst>
            <pc:docMk/>
            <pc:sldMk cId="65863185" sldId="465"/>
            <ac:picMk id="5" creationId="{5AC20296-14C8-0A1E-5F35-C84CCE35D27A}"/>
          </ac:picMkLst>
        </pc:picChg>
      </pc:sldChg>
      <pc:sldChg chg="new add del">
        <pc:chgData name="Oleh Sapiha" userId="428cacb2-53de-4d16-9660-3abdc20ad1c8" providerId="ADAL" clId="{18B4763E-5533-4AB3-88C2-1B82E0015EA9}" dt="2025-03-08T19:54:13.841" v="1134" actId="680"/>
        <pc:sldMkLst>
          <pc:docMk/>
          <pc:sldMk cId="4181414776" sldId="465"/>
        </pc:sldMkLst>
      </pc:sldChg>
      <pc:sldChg chg="del">
        <pc:chgData name="Oleh Sapiha" userId="428cacb2-53de-4d16-9660-3abdc20ad1c8" providerId="ADAL" clId="{18B4763E-5533-4AB3-88C2-1B82E0015EA9}" dt="2025-03-08T18:15:27.715" v="87" actId="47"/>
        <pc:sldMkLst>
          <pc:docMk/>
          <pc:sldMk cId="379119414" sldId="466"/>
        </pc:sldMkLst>
      </pc:sldChg>
      <pc:sldChg chg="addSp delSp modSp new mod">
        <pc:chgData name="Oleh Sapiha" userId="428cacb2-53de-4d16-9660-3abdc20ad1c8" providerId="ADAL" clId="{18B4763E-5533-4AB3-88C2-1B82E0015EA9}" dt="2025-03-09T20:42:58.599" v="3166" actId="14100"/>
        <pc:sldMkLst>
          <pc:docMk/>
          <pc:sldMk cId="1775773908" sldId="466"/>
        </pc:sldMkLst>
        <pc:spChg chg="mod">
          <ac:chgData name="Oleh Sapiha" userId="428cacb2-53de-4d16-9660-3abdc20ad1c8" providerId="ADAL" clId="{18B4763E-5533-4AB3-88C2-1B82E0015EA9}" dt="2025-03-09T20:23:28.341" v="2780" actId="20577"/>
          <ac:spMkLst>
            <pc:docMk/>
            <pc:sldMk cId="1775773908" sldId="466"/>
            <ac:spMk id="2" creationId="{842E970F-C0F9-101F-0FB7-71B1C1C8824A}"/>
          </ac:spMkLst>
        </pc:spChg>
        <pc:spChg chg="del">
          <ac:chgData name="Oleh Sapiha" userId="428cacb2-53de-4d16-9660-3abdc20ad1c8" providerId="ADAL" clId="{18B4763E-5533-4AB3-88C2-1B82E0015EA9}" dt="2025-03-08T20:45:04.968" v="1523"/>
          <ac:spMkLst>
            <pc:docMk/>
            <pc:sldMk cId="1775773908" sldId="466"/>
            <ac:spMk id="3" creationId="{84B758F4-8B2A-CF4E-1B59-EA40CC731703}"/>
          </ac:spMkLst>
        </pc:spChg>
        <pc:spChg chg="add del mod">
          <ac:chgData name="Oleh Sapiha" userId="428cacb2-53de-4d16-9660-3abdc20ad1c8" providerId="ADAL" clId="{18B4763E-5533-4AB3-88C2-1B82E0015EA9}" dt="2025-03-08T20:45:24.257" v="1525" actId="478"/>
          <ac:spMkLst>
            <pc:docMk/>
            <pc:sldMk cId="1775773908" sldId="466"/>
            <ac:spMk id="4" creationId="{8F20FEA5-0843-0E0B-5230-AEE0C929491F}"/>
          </ac:spMkLst>
        </pc:spChg>
        <pc:spChg chg="add del mod">
          <ac:chgData name="Oleh Sapiha" userId="428cacb2-53de-4d16-9660-3abdc20ad1c8" providerId="ADAL" clId="{18B4763E-5533-4AB3-88C2-1B82E0015EA9}" dt="2025-03-08T20:45:39.383" v="1532"/>
          <ac:spMkLst>
            <pc:docMk/>
            <pc:sldMk cId="1775773908" sldId="466"/>
            <ac:spMk id="5" creationId="{6BB5F29D-1996-2E2F-A8CD-8039D49BD042}"/>
          </ac:spMkLst>
        </pc:spChg>
        <pc:spChg chg="add mod">
          <ac:chgData name="Oleh Sapiha" userId="428cacb2-53de-4d16-9660-3abdc20ad1c8" providerId="ADAL" clId="{18B4763E-5533-4AB3-88C2-1B82E0015EA9}" dt="2025-03-08T20:45:35.407" v="1529"/>
          <ac:spMkLst>
            <pc:docMk/>
            <pc:sldMk cId="1775773908" sldId="466"/>
            <ac:spMk id="6" creationId="{9816E505-850D-F9B6-4631-1DFBA03D578E}"/>
          </ac:spMkLst>
        </pc:spChg>
        <pc:spChg chg="add mod">
          <ac:chgData name="Oleh Sapiha" userId="428cacb2-53de-4d16-9660-3abdc20ad1c8" providerId="ADAL" clId="{18B4763E-5533-4AB3-88C2-1B82E0015EA9}" dt="2025-03-09T20:42:58.599" v="3166" actId="14100"/>
          <ac:spMkLst>
            <pc:docMk/>
            <pc:sldMk cId="1775773908" sldId="466"/>
            <ac:spMk id="7" creationId="{E034BEC8-CEBE-A3F9-75A7-7FD836B74B04}"/>
          </ac:spMkLst>
        </pc:spChg>
        <pc:picChg chg="add mod">
          <ac:chgData name="Oleh Sapiha" userId="428cacb2-53de-4d16-9660-3abdc20ad1c8" providerId="ADAL" clId="{18B4763E-5533-4AB3-88C2-1B82E0015EA9}" dt="2025-03-09T20:22:58.834" v="2737"/>
          <ac:picMkLst>
            <pc:docMk/>
            <pc:sldMk cId="1775773908" sldId="466"/>
            <ac:picMk id="8" creationId="{D4E25C12-401E-D899-07EF-0C29704658C1}"/>
          </ac:picMkLst>
        </pc:picChg>
      </pc:sldChg>
      <pc:sldChg chg="addSp delSp modSp new mod">
        <pc:chgData name="Oleh Sapiha" userId="428cacb2-53de-4d16-9660-3abdc20ad1c8" providerId="ADAL" clId="{18B4763E-5533-4AB3-88C2-1B82E0015EA9}" dt="2025-03-09T20:25:08.371" v="2820"/>
        <pc:sldMkLst>
          <pc:docMk/>
          <pc:sldMk cId="1400113854" sldId="467"/>
        </pc:sldMkLst>
        <pc:spChg chg="mod">
          <ac:chgData name="Oleh Sapiha" userId="428cacb2-53de-4d16-9660-3abdc20ad1c8" providerId="ADAL" clId="{18B4763E-5533-4AB3-88C2-1B82E0015EA9}" dt="2025-03-08T20:51:55.316" v="1575" actId="20577"/>
          <ac:spMkLst>
            <pc:docMk/>
            <pc:sldMk cId="1400113854" sldId="467"/>
            <ac:spMk id="2" creationId="{6727846E-9C86-E515-D007-EAEE10B79366}"/>
          </ac:spMkLst>
        </pc:spChg>
        <pc:spChg chg="del">
          <ac:chgData name="Oleh Sapiha" userId="428cacb2-53de-4d16-9660-3abdc20ad1c8" providerId="ADAL" clId="{18B4763E-5533-4AB3-88C2-1B82E0015EA9}" dt="2025-03-08T20:50:07.612" v="1539" actId="22"/>
          <ac:spMkLst>
            <pc:docMk/>
            <pc:sldMk cId="1400113854" sldId="467"/>
            <ac:spMk id="3" creationId="{83FB2F77-09AC-CCE2-D664-79D5ED80298A}"/>
          </ac:spMkLst>
        </pc:spChg>
        <pc:spChg chg="add del mod">
          <ac:chgData name="Oleh Sapiha" userId="428cacb2-53de-4d16-9660-3abdc20ad1c8" providerId="ADAL" clId="{18B4763E-5533-4AB3-88C2-1B82E0015EA9}" dt="2025-03-08T20:53:20.064" v="1603" actId="478"/>
          <ac:spMkLst>
            <pc:docMk/>
            <pc:sldMk cId="1400113854" sldId="467"/>
            <ac:spMk id="9" creationId="{A46FE593-E751-5251-42CB-8A9E363DE34C}"/>
          </ac:spMkLst>
        </pc:spChg>
        <pc:spChg chg="add mod">
          <ac:chgData name="Oleh Sapiha" userId="428cacb2-53de-4d16-9660-3abdc20ad1c8" providerId="ADAL" clId="{18B4763E-5533-4AB3-88C2-1B82E0015EA9}" dt="2025-03-09T19:48:21.754" v="2201" actId="554"/>
          <ac:spMkLst>
            <pc:docMk/>
            <pc:sldMk cId="1400113854" sldId="467"/>
            <ac:spMk id="16" creationId="{AF79D471-E673-CB68-11EB-E4F4D80ABBC6}"/>
          </ac:spMkLst>
        </pc:spChg>
        <pc:spChg chg="add mod">
          <ac:chgData name="Oleh Sapiha" userId="428cacb2-53de-4d16-9660-3abdc20ad1c8" providerId="ADAL" clId="{18B4763E-5533-4AB3-88C2-1B82E0015EA9}" dt="2025-03-09T19:48:21.754" v="2201" actId="554"/>
          <ac:spMkLst>
            <pc:docMk/>
            <pc:sldMk cId="1400113854" sldId="467"/>
            <ac:spMk id="17" creationId="{39DE51D3-AA42-B3AA-36D9-F6CD334A5246}"/>
          </ac:spMkLst>
        </pc:spChg>
        <pc:spChg chg="add mod">
          <ac:chgData name="Oleh Sapiha" userId="428cacb2-53de-4d16-9660-3abdc20ad1c8" providerId="ADAL" clId="{18B4763E-5533-4AB3-88C2-1B82E0015EA9}" dt="2025-03-09T19:48:21.754" v="2201" actId="554"/>
          <ac:spMkLst>
            <pc:docMk/>
            <pc:sldMk cId="1400113854" sldId="467"/>
            <ac:spMk id="18" creationId="{3E9FDFBD-D74C-6461-5843-C604058C0AE1}"/>
          </ac:spMkLst>
        </pc:spChg>
        <pc:spChg chg="add mod">
          <ac:chgData name="Oleh Sapiha" userId="428cacb2-53de-4d16-9660-3abdc20ad1c8" providerId="ADAL" clId="{18B4763E-5533-4AB3-88C2-1B82E0015EA9}" dt="2025-03-09T19:48:21.754" v="2201" actId="554"/>
          <ac:spMkLst>
            <pc:docMk/>
            <pc:sldMk cId="1400113854" sldId="467"/>
            <ac:spMk id="19" creationId="{FAD02F04-217D-CF0E-5C05-02D7716C18A6}"/>
          </ac:spMkLst>
        </pc:spChg>
        <pc:spChg chg="add mod">
          <ac:chgData name="Oleh Sapiha" userId="428cacb2-53de-4d16-9660-3abdc20ad1c8" providerId="ADAL" clId="{18B4763E-5533-4AB3-88C2-1B82E0015EA9}" dt="2025-03-09T19:48:21.754" v="2201" actId="554"/>
          <ac:spMkLst>
            <pc:docMk/>
            <pc:sldMk cId="1400113854" sldId="467"/>
            <ac:spMk id="20" creationId="{693E3AAB-C4F1-78A5-FC02-4968D706A665}"/>
          </ac:spMkLst>
        </pc:spChg>
        <pc:spChg chg="add mod">
          <ac:chgData name="Oleh Sapiha" userId="428cacb2-53de-4d16-9660-3abdc20ad1c8" providerId="ADAL" clId="{18B4763E-5533-4AB3-88C2-1B82E0015EA9}" dt="2025-03-09T19:48:21.754" v="2201" actId="554"/>
          <ac:spMkLst>
            <pc:docMk/>
            <pc:sldMk cId="1400113854" sldId="467"/>
            <ac:spMk id="21" creationId="{B5DF5236-54B9-54C3-7B4A-B1090BA949E2}"/>
          </ac:spMkLst>
        </pc:spChg>
        <pc:spChg chg="add mod">
          <ac:chgData name="Oleh Sapiha" userId="428cacb2-53de-4d16-9660-3abdc20ad1c8" providerId="ADAL" clId="{18B4763E-5533-4AB3-88C2-1B82E0015EA9}" dt="2025-03-09T19:48:21.754" v="2201" actId="554"/>
          <ac:spMkLst>
            <pc:docMk/>
            <pc:sldMk cId="1400113854" sldId="467"/>
            <ac:spMk id="22" creationId="{16D61CF7-F257-BB97-4A70-5A783A761C27}"/>
          </ac:spMkLst>
        </pc:spChg>
        <pc:spChg chg="add mod">
          <ac:chgData name="Oleh Sapiha" userId="428cacb2-53de-4d16-9660-3abdc20ad1c8" providerId="ADAL" clId="{18B4763E-5533-4AB3-88C2-1B82E0015EA9}" dt="2025-03-09T19:48:21.754" v="2201" actId="554"/>
          <ac:spMkLst>
            <pc:docMk/>
            <pc:sldMk cId="1400113854" sldId="467"/>
            <ac:spMk id="23" creationId="{99213424-96E8-44E5-822A-FCE4551DCD5B}"/>
          </ac:spMkLst>
        </pc:spChg>
        <pc:spChg chg="add mod">
          <ac:chgData name="Oleh Sapiha" userId="428cacb2-53de-4d16-9660-3abdc20ad1c8" providerId="ADAL" clId="{18B4763E-5533-4AB3-88C2-1B82E0015EA9}" dt="2025-03-09T19:43:51.035" v="2100" actId="1038"/>
          <ac:spMkLst>
            <pc:docMk/>
            <pc:sldMk cId="1400113854" sldId="467"/>
            <ac:spMk id="25" creationId="{6D5663A2-29E0-5739-5A91-B81338D15AAA}"/>
          </ac:spMkLst>
        </pc:spChg>
        <pc:spChg chg="add mod">
          <ac:chgData name="Oleh Sapiha" userId="428cacb2-53de-4d16-9660-3abdc20ad1c8" providerId="ADAL" clId="{18B4763E-5533-4AB3-88C2-1B82E0015EA9}" dt="2025-03-09T16:52:47.817" v="1864" actId="1076"/>
          <ac:spMkLst>
            <pc:docMk/>
            <pc:sldMk cId="1400113854" sldId="467"/>
            <ac:spMk id="26" creationId="{5A2C5AFE-DCA7-D7BB-549F-7CE178F67CB1}"/>
          </ac:spMkLst>
        </pc:spChg>
        <pc:spChg chg="add mod">
          <ac:chgData name="Oleh Sapiha" userId="428cacb2-53de-4d16-9660-3abdc20ad1c8" providerId="ADAL" clId="{18B4763E-5533-4AB3-88C2-1B82E0015EA9}" dt="2025-03-09T16:42:20.934" v="1784" actId="1038"/>
          <ac:spMkLst>
            <pc:docMk/>
            <pc:sldMk cId="1400113854" sldId="467"/>
            <ac:spMk id="28" creationId="{29308CD6-A913-D993-D944-FA8054B76AB2}"/>
          </ac:spMkLst>
        </pc:spChg>
        <pc:spChg chg="add mod">
          <ac:chgData name="Oleh Sapiha" userId="428cacb2-53de-4d16-9660-3abdc20ad1c8" providerId="ADAL" clId="{18B4763E-5533-4AB3-88C2-1B82E0015EA9}" dt="2025-03-09T19:48:21.754" v="2201" actId="554"/>
          <ac:spMkLst>
            <pc:docMk/>
            <pc:sldMk cId="1400113854" sldId="467"/>
            <ac:spMk id="29" creationId="{EC8AE2C7-E358-C339-D69B-A2FF7999C1EC}"/>
          </ac:spMkLst>
        </pc:spChg>
        <pc:spChg chg="add mod">
          <ac:chgData name="Oleh Sapiha" userId="428cacb2-53de-4d16-9660-3abdc20ad1c8" providerId="ADAL" clId="{18B4763E-5533-4AB3-88C2-1B82E0015EA9}" dt="2025-03-09T19:43:51.035" v="2100" actId="1038"/>
          <ac:spMkLst>
            <pc:docMk/>
            <pc:sldMk cId="1400113854" sldId="467"/>
            <ac:spMk id="30" creationId="{440E41E6-219D-ECF4-A6ED-78BCB3551F38}"/>
          </ac:spMkLst>
        </pc:spChg>
        <pc:spChg chg="add mod">
          <ac:chgData name="Oleh Sapiha" userId="428cacb2-53de-4d16-9660-3abdc20ad1c8" providerId="ADAL" clId="{18B4763E-5533-4AB3-88C2-1B82E0015EA9}" dt="2025-03-09T16:58:53.496" v="1962" actId="20577"/>
          <ac:spMkLst>
            <pc:docMk/>
            <pc:sldMk cId="1400113854" sldId="467"/>
            <ac:spMk id="32" creationId="{9FB95F43-8378-6BAA-C14F-2C55C5234008}"/>
          </ac:spMkLst>
        </pc:spChg>
        <pc:spChg chg="add mod">
          <ac:chgData name="Oleh Sapiha" userId="428cacb2-53de-4d16-9660-3abdc20ad1c8" providerId="ADAL" clId="{18B4763E-5533-4AB3-88C2-1B82E0015EA9}" dt="2025-03-09T16:52:55.811" v="1866" actId="1076"/>
          <ac:spMkLst>
            <pc:docMk/>
            <pc:sldMk cId="1400113854" sldId="467"/>
            <ac:spMk id="33" creationId="{986EBD3A-3758-DD7A-C070-07F3E118DA8B}"/>
          </ac:spMkLst>
        </pc:spChg>
        <pc:spChg chg="add mod">
          <ac:chgData name="Oleh Sapiha" userId="428cacb2-53de-4d16-9660-3abdc20ad1c8" providerId="ADAL" clId="{18B4763E-5533-4AB3-88C2-1B82E0015EA9}" dt="2025-03-09T19:59:53.381" v="2379" actId="20577"/>
          <ac:spMkLst>
            <pc:docMk/>
            <pc:sldMk cId="1400113854" sldId="467"/>
            <ac:spMk id="34" creationId="{CF1F62DE-5AB0-6510-0AC0-40200AF538EC}"/>
          </ac:spMkLst>
        </pc:spChg>
        <pc:spChg chg="add mod">
          <ac:chgData name="Oleh Sapiha" userId="428cacb2-53de-4d16-9660-3abdc20ad1c8" providerId="ADAL" clId="{18B4763E-5533-4AB3-88C2-1B82E0015EA9}" dt="2025-03-09T19:43:51.035" v="2100" actId="1038"/>
          <ac:spMkLst>
            <pc:docMk/>
            <pc:sldMk cId="1400113854" sldId="467"/>
            <ac:spMk id="35" creationId="{3ACA3046-09A0-2D9A-14E8-E71208216473}"/>
          </ac:spMkLst>
        </pc:spChg>
        <pc:spChg chg="add mod">
          <ac:chgData name="Oleh Sapiha" userId="428cacb2-53de-4d16-9660-3abdc20ad1c8" providerId="ADAL" clId="{18B4763E-5533-4AB3-88C2-1B82E0015EA9}" dt="2025-03-09T16:53:31.771" v="1877" actId="20577"/>
          <ac:spMkLst>
            <pc:docMk/>
            <pc:sldMk cId="1400113854" sldId="467"/>
            <ac:spMk id="36" creationId="{F40598A6-FC9E-3BE0-CBB3-EDDAC9B65704}"/>
          </ac:spMkLst>
        </pc:spChg>
        <pc:spChg chg="add mod">
          <ac:chgData name="Oleh Sapiha" userId="428cacb2-53de-4d16-9660-3abdc20ad1c8" providerId="ADAL" clId="{18B4763E-5533-4AB3-88C2-1B82E0015EA9}" dt="2025-03-09T20:25:08.351" v="2819" actId="113"/>
          <ac:spMkLst>
            <pc:docMk/>
            <pc:sldMk cId="1400113854" sldId="467"/>
            <ac:spMk id="38" creationId="{2F1F4223-A4A8-937E-D10E-0CCEC9575CD1}"/>
          </ac:spMkLst>
        </pc:spChg>
        <pc:spChg chg="add mod">
          <ac:chgData name="Oleh Sapiha" userId="428cacb2-53de-4d16-9660-3abdc20ad1c8" providerId="ADAL" clId="{18B4763E-5533-4AB3-88C2-1B82E0015EA9}" dt="2025-03-09T19:44:23.647" v="2121" actId="1076"/>
          <ac:spMkLst>
            <pc:docMk/>
            <pc:sldMk cId="1400113854" sldId="467"/>
            <ac:spMk id="40" creationId="{2D59E0C4-8047-6715-924C-428BBA613C2F}"/>
          </ac:spMkLst>
        </pc:spChg>
        <pc:spChg chg="add mod">
          <ac:chgData name="Oleh Sapiha" userId="428cacb2-53de-4d16-9660-3abdc20ad1c8" providerId="ADAL" clId="{18B4763E-5533-4AB3-88C2-1B82E0015EA9}" dt="2025-03-09T20:04:18.442" v="2433" actId="1076"/>
          <ac:spMkLst>
            <pc:docMk/>
            <pc:sldMk cId="1400113854" sldId="467"/>
            <ac:spMk id="41" creationId="{A0AA4BAB-9656-177C-B0E2-F8D8310792E4}"/>
          </ac:spMkLst>
        </pc:spChg>
        <pc:spChg chg="add mod">
          <ac:chgData name="Oleh Sapiha" userId="428cacb2-53de-4d16-9660-3abdc20ad1c8" providerId="ADAL" clId="{18B4763E-5533-4AB3-88C2-1B82E0015EA9}" dt="2025-03-09T20:25:08.371" v="2820"/>
          <ac:spMkLst>
            <pc:docMk/>
            <pc:sldMk cId="1400113854" sldId="467"/>
            <ac:spMk id="42" creationId="{FF26C02C-8B87-21AE-F471-1AD8BEF8F29F}"/>
          </ac:spMkLst>
        </pc:spChg>
        <pc:spChg chg="add mod">
          <ac:chgData name="Oleh Sapiha" userId="428cacb2-53de-4d16-9660-3abdc20ad1c8" providerId="ADAL" clId="{18B4763E-5533-4AB3-88C2-1B82E0015EA9}" dt="2025-03-09T20:25:08.371" v="2820"/>
          <ac:spMkLst>
            <pc:docMk/>
            <pc:sldMk cId="1400113854" sldId="467"/>
            <ac:spMk id="43" creationId="{D09BA100-74EA-C803-50BD-4B4D7DEA48B2}"/>
          </ac:spMkLst>
        </pc:spChg>
        <pc:picChg chg="add del mod ord">
          <ac:chgData name="Oleh Sapiha" userId="428cacb2-53de-4d16-9660-3abdc20ad1c8" providerId="ADAL" clId="{18B4763E-5533-4AB3-88C2-1B82E0015EA9}" dt="2025-03-08T20:52:11" v="1577" actId="21"/>
          <ac:picMkLst>
            <pc:docMk/>
            <pc:sldMk cId="1400113854" sldId="467"/>
            <ac:picMk id="5" creationId="{F4DB9774-AEBC-CB33-FB0D-E237EB004591}"/>
          </ac:picMkLst>
        </pc:picChg>
        <pc:picChg chg="add mod">
          <ac:chgData name="Oleh Sapiha" userId="428cacb2-53de-4d16-9660-3abdc20ad1c8" providerId="ADAL" clId="{18B4763E-5533-4AB3-88C2-1B82E0015EA9}" dt="2025-03-09T16:56:36.010" v="1917" actId="1036"/>
          <ac:picMkLst>
            <pc:docMk/>
            <pc:sldMk cId="1400113854" sldId="467"/>
            <ac:picMk id="7" creationId="{25AB43FD-625D-D572-7683-8F9B067E1189}"/>
          </ac:picMkLst>
        </pc:picChg>
        <pc:cxnChg chg="add del mod">
          <ac:chgData name="Oleh Sapiha" userId="428cacb2-53de-4d16-9660-3abdc20ad1c8" providerId="ADAL" clId="{18B4763E-5533-4AB3-88C2-1B82E0015EA9}" dt="2025-03-09T16:36:58.134" v="1620" actId="478"/>
          <ac:cxnSpMkLst>
            <pc:docMk/>
            <pc:sldMk cId="1400113854" sldId="467"/>
            <ac:cxnSpMk id="11" creationId="{DD665D58-3392-C3FE-C25B-7387C5D26980}"/>
          </ac:cxnSpMkLst>
        </pc:cxnChg>
        <pc:cxnChg chg="add del mod">
          <ac:chgData name="Oleh Sapiha" userId="428cacb2-53de-4d16-9660-3abdc20ad1c8" providerId="ADAL" clId="{18B4763E-5533-4AB3-88C2-1B82E0015EA9}" dt="2025-03-09T16:36:56.788" v="1619" actId="478"/>
          <ac:cxnSpMkLst>
            <pc:docMk/>
            <pc:sldMk cId="1400113854" sldId="467"/>
            <ac:cxnSpMk id="13" creationId="{7634DF7A-40FC-D7F9-A0FE-90284F238440}"/>
          </ac:cxnSpMkLst>
        </pc:cxnChg>
        <pc:cxnChg chg="add del mod">
          <ac:chgData name="Oleh Sapiha" userId="428cacb2-53de-4d16-9660-3abdc20ad1c8" providerId="ADAL" clId="{18B4763E-5533-4AB3-88C2-1B82E0015EA9}" dt="2025-03-09T16:37:00.237" v="1622" actId="478"/>
          <ac:cxnSpMkLst>
            <pc:docMk/>
            <pc:sldMk cId="1400113854" sldId="467"/>
            <ac:cxnSpMk id="14" creationId="{11E1AE1A-1525-30BB-C43B-F048041DFDA1}"/>
          </ac:cxnSpMkLst>
        </pc:cxnChg>
        <pc:cxnChg chg="add del mod">
          <ac:chgData name="Oleh Sapiha" userId="428cacb2-53de-4d16-9660-3abdc20ad1c8" providerId="ADAL" clId="{18B4763E-5533-4AB3-88C2-1B82E0015EA9}" dt="2025-03-09T16:36:59.266" v="1621" actId="478"/>
          <ac:cxnSpMkLst>
            <pc:docMk/>
            <pc:sldMk cId="1400113854" sldId="467"/>
            <ac:cxnSpMk id="15" creationId="{78F6965F-BE22-2FB1-0E03-9C1382A3AC40}"/>
          </ac:cxnSpMkLst>
        </pc:cxnChg>
      </pc:sldChg>
      <pc:sldChg chg="del">
        <pc:chgData name="Oleh Sapiha" userId="428cacb2-53de-4d16-9660-3abdc20ad1c8" providerId="ADAL" clId="{18B4763E-5533-4AB3-88C2-1B82E0015EA9}" dt="2025-03-08T18:15:26.673" v="86" actId="47"/>
        <pc:sldMkLst>
          <pc:docMk/>
          <pc:sldMk cId="1281674115" sldId="468"/>
        </pc:sldMkLst>
      </pc:sldChg>
      <pc:sldChg chg="addSp delSp modSp new mod">
        <pc:chgData name="Oleh Sapiha" userId="428cacb2-53de-4d16-9660-3abdc20ad1c8" providerId="ADAL" clId="{18B4763E-5533-4AB3-88C2-1B82E0015EA9}" dt="2025-03-09T20:53:59.753" v="3178" actId="1037"/>
        <pc:sldMkLst>
          <pc:docMk/>
          <pc:sldMk cId="2579702639" sldId="468"/>
        </pc:sldMkLst>
        <pc:spChg chg="mod">
          <ac:chgData name="Oleh Sapiha" userId="428cacb2-53de-4d16-9660-3abdc20ad1c8" providerId="ADAL" clId="{18B4763E-5533-4AB3-88C2-1B82E0015EA9}" dt="2025-03-08T20:52:30.824" v="1601" actId="20577"/>
          <ac:spMkLst>
            <pc:docMk/>
            <pc:sldMk cId="2579702639" sldId="468"/>
            <ac:spMk id="2" creationId="{177AC670-BFCB-7B42-D40E-7DBEF4C7A477}"/>
          </ac:spMkLst>
        </pc:spChg>
        <pc:spChg chg="del">
          <ac:chgData name="Oleh Sapiha" userId="428cacb2-53de-4d16-9660-3abdc20ad1c8" providerId="ADAL" clId="{18B4763E-5533-4AB3-88C2-1B82E0015EA9}" dt="2025-03-08T20:52:12.840" v="1578"/>
          <ac:spMkLst>
            <pc:docMk/>
            <pc:sldMk cId="2579702639" sldId="468"/>
            <ac:spMk id="3" creationId="{5C36DEC7-F304-7318-9DEE-9461711FC53B}"/>
          </ac:spMkLst>
        </pc:spChg>
        <pc:spChg chg="add mod">
          <ac:chgData name="Oleh Sapiha" userId="428cacb2-53de-4d16-9660-3abdc20ad1c8" providerId="ADAL" clId="{18B4763E-5533-4AB3-88C2-1B82E0015EA9}" dt="2025-03-09T19:47:47.750" v="2200" actId="554"/>
          <ac:spMkLst>
            <pc:docMk/>
            <pc:sldMk cId="2579702639" sldId="468"/>
            <ac:spMk id="4" creationId="{E9A3353F-BD77-60C3-FD34-5760ED2BA129}"/>
          </ac:spMkLst>
        </pc:spChg>
        <pc:spChg chg="mod">
          <ac:chgData name="Oleh Sapiha" userId="428cacb2-53de-4d16-9660-3abdc20ad1c8" providerId="ADAL" clId="{18B4763E-5533-4AB3-88C2-1B82E0015EA9}" dt="2025-03-09T19:47:47.750" v="2200" actId="554"/>
          <ac:spMkLst>
            <pc:docMk/>
            <pc:sldMk cId="2579702639" sldId="468"/>
            <ac:spMk id="6" creationId="{267CE9EC-F55C-83CE-98DF-067D6C0358D3}"/>
          </ac:spMkLst>
        </pc:spChg>
        <pc:spChg chg="add mod">
          <ac:chgData name="Oleh Sapiha" userId="428cacb2-53de-4d16-9660-3abdc20ad1c8" providerId="ADAL" clId="{18B4763E-5533-4AB3-88C2-1B82E0015EA9}" dt="2025-03-09T19:47:47.750" v="2200" actId="554"/>
          <ac:spMkLst>
            <pc:docMk/>
            <pc:sldMk cId="2579702639" sldId="468"/>
            <ac:spMk id="7" creationId="{B642F0B7-486D-80DD-AE77-2CF0A08BDCCE}"/>
          </ac:spMkLst>
        </pc:spChg>
        <pc:spChg chg="mod">
          <ac:chgData name="Oleh Sapiha" userId="428cacb2-53de-4d16-9660-3abdc20ad1c8" providerId="ADAL" clId="{18B4763E-5533-4AB3-88C2-1B82E0015EA9}" dt="2025-03-09T19:44:58.902" v="2131" actId="1035"/>
          <ac:spMkLst>
            <pc:docMk/>
            <pc:sldMk cId="2579702639" sldId="468"/>
            <ac:spMk id="8" creationId="{951EBAA0-1F5F-4E2C-7702-D4D2FB471B0E}"/>
          </ac:spMkLst>
        </pc:spChg>
        <pc:spChg chg="add mod">
          <ac:chgData name="Oleh Sapiha" userId="428cacb2-53de-4d16-9660-3abdc20ad1c8" providerId="ADAL" clId="{18B4763E-5533-4AB3-88C2-1B82E0015EA9}" dt="2025-03-09T19:47:47.750" v="2200" actId="554"/>
          <ac:spMkLst>
            <pc:docMk/>
            <pc:sldMk cId="2579702639" sldId="468"/>
            <ac:spMk id="9" creationId="{45A3A9DE-AC2C-FAD1-B974-F3526692AC8B}"/>
          </ac:spMkLst>
        </pc:spChg>
        <pc:spChg chg="del mod">
          <ac:chgData name="Oleh Sapiha" userId="428cacb2-53de-4d16-9660-3abdc20ad1c8" providerId="ADAL" clId="{18B4763E-5533-4AB3-88C2-1B82E0015EA9}" dt="2025-03-09T19:30:50.606" v="1999" actId="478"/>
          <ac:spMkLst>
            <pc:docMk/>
            <pc:sldMk cId="2579702639" sldId="468"/>
            <ac:spMk id="10" creationId="{78177361-F496-2F61-C145-275599178EDE}"/>
          </ac:spMkLst>
        </pc:spChg>
        <pc:spChg chg="add mod">
          <ac:chgData name="Oleh Sapiha" userId="428cacb2-53de-4d16-9660-3abdc20ad1c8" providerId="ADAL" clId="{18B4763E-5533-4AB3-88C2-1B82E0015EA9}" dt="2025-03-09T19:47:47.750" v="2200" actId="554"/>
          <ac:spMkLst>
            <pc:docMk/>
            <pc:sldMk cId="2579702639" sldId="468"/>
            <ac:spMk id="11" creationId="{160D2FF7-FCF0-CA8C-7203-916F020CCD16}"/>
          </ac:spMkLst>
        </pc:spChg>
        <pc:spChg chg="add mod">
          <ac:chgData name="Oleh Sapiha" userId="428cacb2-53de-4d16-9660-3abdc20ad1c8" providerId="ADAL" clId="{18B4763E-5533-4AB3-88C2-1B82E0015EA9}" dt="2025-03-09T19:47:47.750" v="2200" actId="554"/>
          <ac:spMkLst>
            <pc:docMk/>
            <pc:sldMk cId="2579702639" sldId="468"/>
            <ac:spMk id="12" creationId="{FC8F5465-C4F1-9613-3D38-F31E42FC2C28}"/>
          </ac:spMkLst>
        </pc:spChg>
        <pc:spChg chg="mod">
          <ac:chgData name="Oleh Sapiha" userId="428cacb2-53de-4d16-9660-3abdc20ad1c8" providerId="ADAL" clId="{18B4763E-5533-4AB3-88C2-1B82E0015EA9}" dt="2025-03-09T19:44:58.902" v="2131" actId="1035"/>
          <ac:spMkLst>
            <pc:docMk/>
            <pc:sldMk cId="2579702639" sldId="468"/>
            <ac:spMk id="13" creationId="{A77ADF6F-88FC-EA27-4CCA-51F2B100EA41}"/>
          </ac:spMkLst>
        </pc:spChg>
        <pc:spChg chg="mod">
          <ac:chgData name="Oleh Sapiha" userId="428cacb2-53de-4d16-9660-3abdc20ad1c8" providerId="ADAL" clId="{18B4763E-5533-4AB3-88C2-1B82E0015EA9}" dt="2025-03-09T19:22:22.003" v="1987" actId="1076"/>
          <ac:spMkLst>
            <pc:docMk/>
            <pc:sldMk cId="2579702639" sldId="468"/>
            <ac:spMk id="14" creationId="{C5AC1090-03DE-167A-9986-5120E12DA177}"/>
          </ac:spMkLst>
        </pc:spChg>
        <pc:spChg chg="mod">
          <ac:chgData name="Oleh Sapiha" userId="428cacb2-53de-4d16-9660-3abdc20ad1c8" providerId="ADAL" clId="{18B4763E-5533-4AB3-88C2-1B82E0015EA9}" dt="2025-03-09T19:44:58.902" v="2131" actId="1035"/>
          <ac:spMkLst>
            <pc:docMk/>
            <pc:sldMk cId="2579702639" sldId="468"/>
            <ac:spMk id="15" creationId="{BFD0C319-12CC-3E8A-A8AF-97FF496E5BBE}"/>
          </ac:spMkLst>
        </pc:spChg>
        <pc:spChg chg="add mod">
          <ac:chgData name="Oleh Sapiha" userId="428cacb2-53de-4d16-9660-3abdc20ad1c8" providerId="ADAL" clId="{18B4763E-5533-4AB3-88C2-1B82E0015EA9}" dt="2025-03-09T19:47:47.750" v="2200" actId="554"/>
          <ac:spMkLst>
            <pc:docMk/>
            <pc:sldMk cId="2579702639" sldId="468"/>
            <ac:spMk id="16" creationId="{B83A37A4-03A0-9CAB-255E-3128D30C9B15}"/>
          </ac:spMkLst>
        </pc:spChg>
        <pc:spChg chg="add mod">
          <ac:chgData name="Oleh Sapiha" userId="428cacb2-53de-4d16-9660-3abdc20ad1c8" providerId="ADAL" clId="{18B4763E-5533-4AB3-88C2-1B82E0015EA9}" dt="2025-03-09T19:22:26.130" v="1988" actId="1076"/>
          <ac:spMkLst>
            <pc:docMk/>
            <pc:sldMk cId="2579702639" sldId="468"/>
            <ac:spMk id="17" creationId="{A76BB89C-24AC-8D8C-E458-6B7FBE27EF9F}"/>
          </ac:spMkLst>
        </pc:spChg>
        <pc:spChg chg="add mod">
          <ac:chgData name="Oleh Sapiha" userId="428cacb2-53de-4d16-9660-3abdc20ad1c8" providerId="ADAL" clId="{18B4763E-5533-4AB3-88C2-1B82E0015EA9}" dt="2025-03-09T20:41:11.686" v="3116" actId="1036"/>
          <ac:spMkLst>
            <pc:docMk/>
            <pc:sldMk cId="2579702639" sldId="468"/>
            <ac:spMk id="18" creationId="{0395528F-81AD-C2FB-66C9-AECCC1FAF222}"/>
          </ac:spMkLst>
        </pc:spChg>
        <pc:spChg chg="mod">
          <ac:chgData name="Oleh Sapiha" userId="428cacb2-53de-4d16-9660-3abdc20ad1c8" providerId="ADAL" clId="{18B4763E-5533-4AB3-88C2-1B82E0015EA9}" dt="2025-03-09T19:29:44.164" v="1996" actId="1076"/>
          <ac:spMkLst>
            <pc:docMk/>
            <pc:sldMk cId="2579702639" sldId="468"/>
            <ac:spMk id="19" creationId="{AF9BB84E-978C-78CB-F4FC-BEA17F611D8D}"/>
          </ac:spMkLst>
        </pc:spChg>
        <pc:spChg chg="del mod">
          <ac:chgData name="Oleh Sapiha" userId="428cacb2-53de-4d16-9660-3abdc20ad1c8" providerId="ADAL" clId="{18B4763E-5533-4AB3-88C2-1B82E0015EA9}" dt="2025-03-09T19:33:35.358" v="2020" actId="478"/>
          <ac:spMkLst>
            <pc:docMk/>
            <pc:sldMk cId="2579702639" sldId="468"/>
            <ac:spMk id="20" creationId="{02D81270-9487-CEC9-387C-C6420CD2B654}"/>
          </ac:spMkLst>
        </pc:spChg>
        <pc:spChg chg="add mod">
          <ac:chgData name="Oleh Sapiha" userId="428cacb2-53de-4d16-9660-3abdc20ad1c8" providerId="ADAL" clId="{18B4763E-5533-4AB3-88C2-1B82E0015EA9}" dt="2025-03-09T19:44:58.902" v="2131" actId="1035"/>
          <ac:spMkLst>
            <pc:docMk/>
            <pc:sldMk cId="2579702639" sldId="468"/>
            <ac:spMk id="21" creationId="{A054E785-BC36-DE1C-EEAD-1B1837239618}"/>
          </ac:spMkLst>
        </pc:spChg>
        <pc:spChg chg="add mod">
          <ac:chgData name="Oleh Sapiha" userId="428cacb2-53de-4d16-9660-3abdc20ad1c8" providerId="ADAL" clId="{18B4763E-5533-4AB3-88C2-1B82E0015EA9}" dt="2025-03-09T19:56:03.973" v="2287" actId="1076"/>
          <ac:spMkLst>
            <pc:docMk/>
            <pc:sldMk cId="2579702639" sldId="468"/>
            <ac:spMk id="22" creationId="{B1328BCA-228E-A8B8-D3DC-0A5E83E9E008}"/>
          </ac:spMkLst>
        </pc:spChg>
        <pc:spChg chg="add mod">
          <ac:chgData name="Oleh Sapiha" userId="428cacb2-53de-4d16-9660-3abdc20ad1c8" providerId="ADAL" clId="{18B4763E-5533-4AB3-88C2-1B82E0015EA9}" dt="2025-03-09T19:54:19.075" v="2272" actId="1038"/>
          <ac:spMkLst>
            <pc:docMk/>
            <pc:sldMk cId="2579702639" sldId="468"/>
            <ac:spMk id="23" creationId="{0876E117-63B5-E13C-6554-30E71FB71937}"/>
          </ac:spMkLst>
        </pc:spChg>
        <pc:spChg chg="add mod">
          <ac:chgData name="Oleh Sapiha" userId="428cacb2-53de-4d16-9660-3abdc20ad1c8" providerId="ADAL" clId="{18B4763E-5533-4AB3-88C2-1B82E0015EA9}" dt="2025-03-09T19:45:52.953" v="2140" actId="1038"/>
          <ac:spMkLst>
            <pc:docMk/>
            <pc:sldMk cId="2579702639" sldId="468"/>
            <ac:spMk id="24" creationId="{81EF45B3-9224-46C7-4E80-A78D204B6590}"/>
          </ac:spMkLst>
        </pc:spChg>
        <pc:spChg chg="add mod">
          <ac:chgData name="Oleh Sapiha" userId="428cacb2-53de-4d16-9660-3abdc20ad1c8" providerId="ADAL" clId="{18B4763E-5533-4AB3-88C2-1B82E0015EA9}" dt="2025-03-09T19:44:58.902" v="2131" actId="1035"/>
          <ac:spMkLst>
            <pc:docMk/>
            <pc:sldMk cId="2579702639" sldId="468"/>
            <ac:spMk id="25" creationId="{EBF245C0-29AE-F13E-D576-789B716666F3}"/>
          </ac:spMkLst>
        </pc:spChg>
        <pc:spChg chg="add mod">
          <ac:chgData name="Oleh Sapiha" userId="428cacb2-53de-4d16-9660-3abdc20ad1c8" providerId="ADAL" clId="{18B4763E-5533-4AB3-88C2-1B82E0015EA9}" dt="2025-03-09T19:54:05.442" v="2270" actId="14100"/>
          <ac:spMkLst>
            <pc:docMk/>
            <pc:sldMk cId="2579702639" sldId="468"/>
            <ac:spMk id="26" creationId="{87192693-1F04-A76C-82B3-A7B5EA15E14B}"/>
          </ac:spMkLst>
        </pc:spChg>
        <pc:spChg chg="add mod">
          <ac:chgData name="Oleh Sapiha" userId="428cacb2-53de-4d16-9660-3abdc20ad1c8" providerId="ADAL" clId="{18B4763E-5533-4AB3-88C2-1B82E0015EA9}" dt="2025-03-09T19:54:50.799" v="2276" actId="6549"/>
          <ac:spMkLst>
            <pc:docMk/>
            <pc:sldMk cId="2579702639" sldId="468"/>
            <ac:spMk id="27" creationId="{48C73F16-5E15-8C3A-42BD-728C366DD6BD}"/>
          </ac:spMkLst>
        </pc:spChg>
        <pc:spChg chg="add mod">
          <ac:chgData name="Oleh Sapiha" userId="428cacb2-53de-4d16-9660-3abdc20ad1c8" providerId="ADAL" clId="{18B4763E-5533-4AB3-88C2-1B82E0015EA9}" dt="2025-03-09T19:49:16.845" v="2212" actId="14100"/>
          <ac:spMkLst>
            <pc:docMk/>
            <pc:sldMk cId="2579702639" sldId="468"/>
            <ac:spMk id="28" creationId="{8ED2EEDC-89E7-FE81-7AB3-86346B6E23B4}"/>
          </ac:spMkLst>
        </pc:spChg>
        <pc:spChg chg="add mod">
          <ac:chgData name="Oleh Sapiha" userId="428cacb2-53de-4d16-9660-3abdc20ad1c8" providerId="ADAL" clId="{18B4763E-5533-4AB3-88C2-1B82E0015EA9}" dt="2025-03-09T19:44:48.870" v="2128" actId="1037"/>
          <ac:spMkLst>
            <pc:docMk/>
            <pc:sldMk cId="2579702639" sldId="468"/>
            <ac:spMk id="29" creationId="{107BCAB6-A944-CAD1-E10D-16FA7F241B6D}"/>
          </ac:spMkLst>
        </pc:spChg>
        <pc:spChg chg="add mod">
          <ac:chgData name="Oleh Sapiha" userId="428cacb2-53de-4d16-9660-3abdc20ad1c8" providerId="ADAL" clId="{18B4763E-5533-4AB3-88C2-1B82E0015EA9}" dt="2025-03-09T19:46:32.799" v="2193" actId="20577"/>
          <ac:spMkLst>
            <pc:docMk/>
            <pc:sldMk cId="2579702639" sldId="468"/>
            <ac:spMk id="32" creationId="{4490D09A-8E86-A444-CF3D-B17F64460DF8}"/>
          </ac:spMkLst>
        </pc:spChg>
        <pc:spChg chg="add mod">
          <ac:chgData name="Oleh Sapiha" userId="428cacb2-53de-4d16-9660-3abdc20ad1c8" providerId="ADAL" clId="{18B4763E-5533-4AB3-88C2-1B82E0015EA9}" dt="2025-03-09T19:47:47.750" v="2200" actId="554"/>
          <ac:spMkLst>
            <pc:docMk/>
            <pc:sldMk cId="2579702639" sldId="468"/>
            <ac:spMk id="33" creationId="{3B21390F-E678-122F-9460-25D6FE47DEE4}"/>
          </ac:spMkLst>
        </pc:spChg>
        <pc:spChg chg="add mod">
          <ac:chgData name="Oleh Sapiha" userId="428cacb2-53de-4d16-9660-3abdc20ad1c8" providerId="ADAL" clId="{18B4763E-5533-4AB3-88C2-1B82E0015EA9}" dt="2025-03-09T19:54:30.528" v="2273" actId="1076"/>
          <ac:spMkLst>
            <pc:docMk/>
            <pc:sldMk cId="2579702639" sldId="468"/>
            <ac:spMk id="34" creationId="{58AC7107-72AF-083E-A613-595872010BCD}"/>
          </ac:spMkLst>
        </pc:spChg>
        <pc:spChg chg="add mod">
          <ac:chgData name="Oleh Sapiha" userId="428cacb2-53de-4d16-9660-3abdc20ad1c8" providerId="ADAL" clId="{18B4763E-5533-4AB3-88C2-1B82E0015EA9}" dt="2025-03-09T19:54:41.346" v="2275" actId="1076"/>
          <ac:spMkLst>
            <pc:docMk/>
            <pc:sldMk cId="2579702639" sldId="468"/>
            <ac:spMk id="35" creationId="{D92F139A-252B-6DBA-3848-2E19338A6A23}"/>
          </ac:spMkLst>
        </pc:spChg>
        <pc:spChg chg="add mod">
          <ac:chgData name="Oleh Sapiha" userId="428cacb2-53de-4d16-9660-3abdc20ad1c8" providerId="ADAL" clId="{18B4763E-5533-4AB3-88C2-1B82E0015EA9}" dt="2025-03-09T19:55:11.609" v="2286" actId="1076"/>
          <ac:spMkLst>
            <pc:docMk/>
            <pc:sldMk cId="2579702639" sldId="468"/>
            <ac:spMk id="36" creationId="{0419C020-74D2-7F6C-DB80-6E4518408348}"/>
          </ac:spMkLst>
        </pc:spChg>
        <pc:spChg chg="add mod">
          <ac:chgData name="Oleh Sapiha" userId="428cacb2-53de-4d16-9660-3abdc20ad1c8" providerId="ADAL" clId="{18B4763E-5533-4AB3-88C2-1B82E0015EA9}" dt="2025-03-09T20:53:59.753" v="3178" actId="1037"/>
          <ac:spMkLst>
            <pc:docMk/>
            <pc:sldMk cId="2579702639" sldId="468"/>
            <ac:spMk id="39" creationId="{8516FC7F-CB65-49DE-AA85-B88C0A0CD61F}"/>
          </ac:spMkLst>
        </pc:spChg>
        <pc:spChg chg="add mod">
          <ac:chgData name="Oleh Sapiha" userId="428cacb2-53de-4d16-9660-3abdc20ad1c8" providerId="ADAL" clId="{18B4763E-5533-4AB3-88C2-1B82E0015EA9}" dt="2025-03-09T20:41:37.309" v="3134" actId="1037"/>
          <ac:spMkLst>
            <pc:docMk/>
            <pc:sldMk cId="2579702639" sldId="468"/>
            <ac:spMk id="40" creationId="{9183EEA8-A5F3-4137-7C7C-6EE2BD66C132}"/>
          </ac:spMkLst>
        </pc:spChg>
        <pc:spChg chg="add mod">
          <ac:chgData name="Oleh Sapiha" userId="428cacb2-53de-4d16-9660-3abdc20ad1c8" providerId="ADAL" clId="{18B4763E-5533-4AB3-88C2-1B82E0015EA9}" dt="2025-03-09T20:42:23.059" v="3138" actId="1076"/>
          <ac:spMkLst>
            <pc:docMk/>
            <pc:sldMk cId="2579702639" sldId="468"/>
            <ac:spMk id="43" creationId="{A1F654DC-C9BE-C261-EF22-A48F1208ED30}"/>
          </ac:spMkLst>
        </pc:spChg>
        <pc:picChg chg="add mod">
          <ac:chgData name="Oleh Sapiha" userId="428cacb2-53de-4d16-9660-3abdc20ad1c8" providerId="ADAL" clId="{18B4763E-5533-4AB3-88C2-1B82E0015EA9}" dt="2025-03-09T16:56:52.612" v="1920" actId="1076"/>
          <ac:picMkLst>
            <pc:docMk/>
            <pc:sldMk cId="2579702639" sldId="468"/>
            <ac:picMk id="5" creationId="{F4DB9774-AEBC-CB33-FB0D-E237EB004591}"/>
          </ac:picMkLst>
        </pc:picChg>
        <pc:cxnChg chg="add del mod">
          <ac:chgData name="Oleh Sapiha" userId="428cacb2-53de-4d16-9660-3abdc20ad1c8" providerId="ADAL" clId="{18B4763E-5533-4AB3-88C2-1B82E0015EA9}" dt="2025-03-09T20:41:46.790" v="3135" actId="478"/>
          <ac:cxnSpMkLst>
            <pc:docMk/>
            <pc:sldMk cId="2579702639" sldId="468"/>
            <ac:cxnSpMk id="31" creationId="{5F97760A-D5D7-E2D1-2274-1F3CD798343F}"/>
          </ac:cxnSpMkLst>
        </pc:cxnChg>
      </pc:sldChg>
      <pc:sldChg chg="addSp delSp modSp new mod ord">
        <pc:chgData name="Oleh Sapiha" userId="428cacb2-53de-4d16-9660-3abdc20ad1c8" providerId="ADAL" clId="{18B4763E-5533-4AB3-88C2-1B82E0015EA9}" dt="2025-03-09T20:31:06.895" v="2939"/>
        <pc:sldMkLst>
          <pc:docMk/>
          <pc:sldMk cId="1307945181" sldId="469"/>
        </pc:sldMkLst>
        <pc:spChg chg="mod">
          <ac:chgData name="Oleh Sapiha" userId="428cacb2-53de-4d16-9660-3abdc20ad1c8" providerId="ADAL" clId="{18B4763E-5533-4AB3-88C2-1B82E0015EA9}" dt="2025-03-09T20:16:08.290" v="2695" actId="20577"/>
          <ac:spMkLst>
            <pc:docMk/>
            <pc:sldMk cId="1307945181" sldId="469"/>
            <ac:spMk id="2" creationId="{0D8EF2A5-9E4F-6F2D-A8EF-9E477A1FA288}"/>
          </ac:spMkLst>
        </pc:spChg>
        <pc:spChg chg="del">
          <ac:chgData name="Oleh Sapiha" userId="428cacb2-53de-4d16-9660-3abdc20ad1c8" providerId="ADAL" clId="{18B4763E-5533-4AB3-88C2-1B82E0015EA9}" dt="2025-03-09T19:43:34.823" v="2093" actId="22"/>
          <ac:spMkLst>
            <pc:docMk/>
            <pc:sldMk cId="1307945181" sldId="469"/>
            <ac:spMk id="3" creationId="{3398D95C-71EB-F7CA-EF8B-155C8EBC1BA8}"/>
          </ac:spMkLst>
        </pc:spChg>
        <pc:spChg chg="add mod">
          <ac:chgData name="Oleh Sapiha" userId="428cacb2-53de-4d16-9660-3abdc20ad1c8" providerId="ADAL" clId="{18B4763E-5533-4AB3-88C2-1B82E0015EA9}" dt="2025-03-09T20:24:53.067" v="2804" actId="1076"/>
          <ac:spMkLst>
            <pc:docMk/>
            <pc:sldMk cId="1307945181" sldId="469"/>
            <ac:spMk id="9" creationId="{70FF5800-E272-4DED-55E4-5A389D9A1425}"/>
          </ac:spMkLst>
        </pc:spChg>
        <pc:spChg chg="add del mod">
          <ac:chgData name="Oleh Sapiha" userId="428cacb2-53de-4d16-9660-3abdc20ad1c8" providerId="ADAL" clId="{18B4763E-5533-4AB3-88C2-1B82E0015EA9}" dt="2025-03-09T20:04:36.780" v="2438" actId="478"/>
          <ac:spMkLst>
            <pc:docMk/>
            <pc:sldMk cId="1307945181" sldId="469"/>
            <ac:spMk id="10" creationId="{350DB801-A66F-420E-619E-766C1DCDB80F}"/>
          </ac:spMkLst>
        </pc:spChg>
        <pc:spChg chg="add del mod">
          <ac:chgData name="Oleh Sapiha" userId="428cacb2-53de-4d16-9660-3abdc20ad1c8" providerId="ADAL" clId="{18B4763E-5533-4AB3-88C2-1B82E0015EA9}" dt="2025-03-09T20:04:40.810" v="2439" actId="478"/>
          <ac:spMkLst>
            <pc:docMk/>
            <pc:sldMk cId="1307945181" sldId="469"/>
            <ac:spMk id="11" creationId="{F782C003-E979-69BD-8A5C-5BC4EB7A3370}"/>
          </ac:spMkLst>
        </pc:spChg>
        <pc:spChg chg="add del mod">
          <ac:chgData name="Oleh Sapiha" userId="428cacb2-53de-4d16-9660-3abdc20ad1c8" providerId="ADAL" clId="{18B4763E-5533-4AB3-88C2-1B82E0015EA9}" dt="2025-03-09T20:04:40.810" v="2439" actId="478"/>
          <ac:spMkLst>
            <pc:docMk/>
            <pc:sldMk cId="1307945181" sldId="469"/>
            <ac:spMk id="14" creationId="{8512E3C0-4D32-11E6-0CA3-96EC0ADE7669}"/>
          </ac:spMkLst>
        </pc:spChg>
        <pc:spChg chg="add del mod">
          <ac:chgData name="Oleh Sapiha" userId="428cacb2-53de-4d16-9660-3abdc20ad1c8" providerId="ADAL" clId="{18B4763E-5533-4AB3-88C2-1B82E0015EA9}" dt="2025-03-09T20:04:40.810" v="2439" actId="478"/>
          <ac:spMkLst>
            <pc:docMk/>
            <pc:sldMk cId="1307945181" sldId="469"/>
            <ac:spMk id="15" creationId="{9AB9AC6B-3514-3572-10FB-5E681B0FFFDA}"/>
          </ac:spMkLst>
        </pc:spChg>
        <pc:spChg chg="add del mod">
          <ac:chgData name="Oleh Sapiha" userId="428cacb2-53de-4d16-9660-3abdc20ad1c8" providerId="ADAL" clId="{18B4763E-5533-4AB3-88C2-1B82E0015EA9}" dt="2025-03-09T20:04:40.810" v="2439" actId="478"/>
          <ac:spMkLst>
            <pc:docMk/>
            <pc:sldMk cId="1307945181" sldId="469"/>
            <ac:spMk id="16" creationId="{E1CEA996-9E5B-FEE4-4D8B-628F7C040792}"/>
          </ac:spMkLst>
        </pc:spChg>
        <pc:spChg chg="add del mod">
          <ac:chgData name="Oleh Sapiha" userId="428cacb2-53de-4d16-9660-3abdc20ad1c8" providerId="ADAL" clId="{18B4763E-5533-4AB3-88C2-1B82E0015EA9}" dt="2025-03-09T20:04:40.810" v="2439" actId="478"/>
          <ac:spMkLst>
            <pc:docMk/>
            <pc:sldMk cId="1307945181" sldId="469"/>
            <ac:spMk id="17" creationId="{A45C9346-C97C-4FC1-C80E-A2659004E285}"/>
          </ac:spMkLst>
        </pc:spChg>
        <pc:spChg chg="add del mod">
          <ac:chgData name="Oleh Sapiha" userId="428cacb2-53de-4d16-9660-3abdc20ad1c8" providerId="ADAL" clId="{18B4763E-5533-4AB3-88C2-1B82E0015EA9}" dt="2025-03-09T20:04:40.810" v="2439" actId="478"/>
          <ac:spMkLst>
            <pc:docMk/>
            <pc:sldMk cId="1307945181" sldId="469"/>
            <ac:spMk id="19" creationId="{880EFEFA-497E-A6A3-D549-2919C446744A}"/>
          </ac:spMkLst>
        </pc:spChg>
        <pc:spChg chg="del mod">
          <ac:chgData name="Oleh Sapiha" userId="428cacb2-53de-4d16-9660-3abdc20ad1c8" providerId="ADAL" clId="{18B4763E-5533-4AB3-88C2-1B82E0015EA9}" dt="2025-03-09T20:04:48.697" v="2442" actId="478"/>
          <ac:spMkLst>
            <pc:docMk/>
            <pc:sldMk cId="1307945181" sldId="469"/>
            <ac:spMk id="20" creationId="{DF014023-681B-98A8-80F1-DDADB526783D}"/>
          </ac:spMkLst>
        </pc:spChg>
        <pc:spChg chg="add del mod">
          <ac:chgData name="Oleh Sapiha" userId="428cacb2-53de-4d16-9660-3abdc20ad1c8" providerId="ADAL" clId="{18B4763E-5533-4AB3-88C2-1B82E0015EA9}" dt="2025-03-09T20:04:40.810" v="2439" actId="478"/>
          <ac:spMkLst>
            <pc:docMk/>
            <pc:sldMk cId="1307945181" sldId="469"/>
            <ac:spMk id="21" creationId="{50242C03-6919-DB1F-ECE1-D3EEF3967785}"/>
          </ac:spMkLst>
        </pc:spChg>
        <pc:spChg chg="add del mod">
          <ac:chgData name="Oleh Sapiha" userId="428cacb2-53de-4d16-9660-3abdc20ad1c8" providerId="ADAL" clId="{18B4763E-5533-4AB3-88C2-1B82E0015EA9}" dt="2025-03-09T20:04:44.757" v="2441" actId="478"/>
          <ac:spMkLst>
            <pc:docMk/>
            <pc:sldMk cId="1307945181" sldId="469"/>
            <ac:spMk id="22" creationId="{316CAAC0-4A27-8F83-1D92-AEAEDB0DC08A}"/>
          </ac:spMkLst>
        </pc:spChg>
        <pc:spChg chg="add del mod">
          <ac:chgData name="Oleh Sapiha" userId="428cacb2-53de-4d16-9660-3abdc20ad1c8" providerId="ADAL" clId="{18B4763E-5533-4AB3-88C2-1B82E0015EA9}" dt="2025-03-09T20:04:40.810" v="2439" actId="478"/>
          <ac:spMkLst>
            <pc:docMk/>
            <pc:sldMk cId="1307945181" sldId="469"/>
            <ac:spMk id="23" creationId="{C491DFB1-50DF-D09B-F0D2-BA1D163F3372}"/>
          </ac:spMkLst>
        </pc:spChg>
        <pc:spChg chg="add del mod">
          <ac:chgData name="Oleh Sapiha" userId="428cacb2-53de-4d16-9660-3abdc20ad1c8" providerId="ADAL" clId="{18B4763E-5533-4AB3-88C2-1B82E0015EA9}" dt="2025-03-09T20:04:40.810" v="2439" actId="478"/>
          <ac:spMkLst>
            <pc:docMk/>
            <pc:sldMk cId="1307945181" sldId="469"/>
            <ac:spMk id="25" creationId="{30232A81-8043-4EDE-18E6-B3BA0528BC7C}"/>
          </ac:spMkLst>
        </pc:spChg>
        <pc:spChg chg="del">
          <ac:chgData name="Oleh Sapiha" userId="428cacb2-53de-4d16-9660-3abdc20ad1c8" providerId="ADAL" clId="{18B4763E-5533-4AB3-88C2-1B82E0015EA9}" dt="2025-03-09T20:04:40.810" v="2439" actId="478"/>
          <ac:spMkLst>
            <pc:docMk/>
            <pc:sldMk cId="1307945181" sldId="469"/>
            <ac:spMk id="26" creationId="{F182F214-3C47-84EF-92B2-3D455A63597D}"/>
          </ac:spMkLst>
        </pc:spChg>
        <pc:spChg chg="mod">
          <ac:chgData name="Oleh Sapiha" userId="428cacb2-53de-4d16-9660-3abdc20ad1c8" providerId="ADAL" clId="{18B4763E-5533-4AB3-88C2-1B82E0015EA9}" dt="2025-03-09T20:24:20.892" v="2803" actId="1037"/>
          <ac:spMkLst>
            <pc:docMk/>
            <pc:sldMk cId="1307945181" sldId="469"/>
            <ac:spMk id="28" creationId="{B5849E0D-2D91-C7CF-14B5-BB14BB891AC1}"/>
          </ac:spMkLst>
        </pc:spChg>
        <pc:spChg chg="add mod">
          <ac:chgData name="Oleh Sapiha" userId="428cacb2-53de-4d16-9660-3abdc20ad1c8" providerId="ADAL" clId="{18B4763E-5533-4AB3-88C2-1B82E0015EA9}" dt="2025-03-09T20:12:45.777" v="2649" actId="554"/>
          <ac:spMkLst>
            <pc:docMk/>
            <pc:sldMk cId="1307945181" sldId="469"/>
            <ac:spMk id="29" creationId="{26721DF9-0B40-9B43-B1A2-54D75E92B33A}"/>
          </ac:spMkLst>
        </pc:spChg>
        <pc:spChg chg="del mod">
          <ac:chgData name="Oleh Sapiha" userId="428cacb2-53de-4d16-9660-3abdc20ad1c8" providerId="ADAL" clId="{18B4763E-5533-4AB3-88C2-1B82E0015EA9}" dt="2025-03-09T20:06:05.115" v="2466" actId="478"/>
          <ac:spMkLst>
            <pc:docMk/>
            <pc:sldMk cId="1307945181" sldId="469"/>
            <ac:spMk id="30" creationId="{30A91ED0-85B3-897E-ADF2-893CBD336A53}"/>
          </ac:spMkLst>
        </pc:spChg>
        <pc:spChg chg="mod">
          <ac:chgData name="Oleh Sapiha" userId="428cacb2-53de-4d16-9660-3abdc20ad1c8" providerId="ADAL" clId="{18B4763E-5533-4AB3-88C2-1B82E0015EA9}" dt="2025-03-09T20:12:45.777" v="2649" actId="554"/>
          <ac:spMkLst>
            <pc:docMk/>
            <pc:sldMk cId="1307945181" sldId="469"/>
            <ac:spMk id="31" creationId="{97CAC3C1-3B32-902F-C7B4-E82D502997E3}"/>
          </ac:spMkLst>
        </pc:spChg>
        <pc:spChg chg="add del mod">
          <ac:chgData name="Oleh Sapiha" userId="428cacb2-53de-4d16-9660-3abdc20ad1c8" providerId="ADAL" clId="{18B4763E-5533-4AB3-88C2-1B82E0015EA9}" dt="2025-03-09T20:08:45.080" v="2561" actId="478"/>
          <ac:spMkLst>
            <pc:docMk/>
            <pc:sldMk cId="1307945181" sldId="469"/>
            <ac:spMk id="32" creationId="{8E74B379-7DCC-1B80-A0C5-F56C4C493A32}"/>
          </ac:spMkLst>
        </pc:spChg>
        <pc:spChg chg="add del mod">
          <ac:chgData name="Oleh Sapiha" userId="428cacb2-53de-4d16-9660-3abdc20ad1c8" providerId="ADAL" clId="{18B4763E-5533-4AB3-88C2-1B82E0015EA9}" dt="2025-03-09T20:08:47.657" v="2562" actId="478"/>
          <ac:spMkLst>
            <pc:docMk/>
            <pc:sldMk cId="1307945181" sldId="469"/>
            <ac:spMk id="33" creationId="{99A91E68-95C6-16D0-7715-4CC19C7CF152}"/>
          </ac:spMkLst>
        </pc:spChg>
        <pc:spChg chg="add del mod">
          <ac:chgData name="Oleh Sapiha" userId="428cacb2-53de-4d16-9660-3abdc20ad1c8" providerId="ADAL" clId="{18B4763E-5533-4AB3-88C2-1B82E0015EA9}" dt="2025-03-09T20:08:51.304" v="2563" actId="478"/>
          <ac:spMkLst>
            <pc:docMk/>
            <pc:sldMk cId="1307945181" sldId="469"/>
            <ac:spMk id="34" creationId="{B04E65D9-96E0-A720-F70D-1BB5F55FF464}"/>
          </ac:spMkLst>
        </pc:spChg>
        <pc:spChg chg="mod">
          <ac:chgData name="Oleh Sapiha" userId="428cacb2-53de-4d16-9660-3abdc20ad1c8" providerId="ADAL" clId="{18B4763E-5533-4AB3-88C2-1B82E0015EA9}" dt="2025-03-09T20:12:45.777" v="2649" actId="554"/>
          <ac:spMkLst>
            <pc:docMk/>
            <pc:sldMk cId="1307945181" sldId="469"/>
            <ac:spMk id="35" creationId="{C31760B4-67EE-660F-1C81-97F0099A8618}"/>
          </ac:spMkLst>
        </pc:spChg>
        <pc:spChg chg="mod">
          <ac:chgData name="Oleh Sapiha" userId="428cacb2-53de-4d16-9660-3abdc20ad1c8" providerId="ADAL" clId="{18B4763E-5533-4AB3-88C2-1B82E0015EA9}" dt="2025-03-09T20:24:20.892" v="2803" actId="1037"/>
          <ac:spMkLst>
            <pc:docMk/>
            <pc:sldMk cId="1307945181" sldId="469"/>
            <ac:spMk id="36" creationId="{0CE04443-0044-DD08-C861-1B7D5E111BD0}"/>
          </ac:spMkLst>
        </pc:spChg>
        <pc:spChg chg="add mod">
          <ac:chgData name="Oleh Sapiha" userId="428cacb2-53de-4d16-9660-3abdc20ad1c8" providerId="ADAL" clId="{18B4763E-5533-4AB3-88C2-1B82E0015EA9}" dt="2025-03-09T20:12:58.870" v="2654" actId="1036"/>
          <ac:spMkLst>
            <pc:docMk/>
            <pc:sldMk cId="1307945181" sldId="469"/>
            <ac:spMk id="37" creationId="{505C27D6-4EFE-A455-88EB-6BED2DD74B31}"/>
          </ac:spMkLst>
        </pc:spChg>
        <pc:spChg chg="del">
          <ac:chgData name="Oleh Sapiha" userId="428cacb2-53de-4d16-9660-3abdc20ad1c8" providerId="ADAL" clId="{18B4763E-5533-4AB3-88C2-1B82E0015EA9}" dt="2025-03-09T20:06:10.586" v="2469" actId="478"/>
          <ac:spMkLst>
            <pc:docMk/>
            <pc:sldMk cId="1307945181" sldId="469"/>
            <ac:spMk id="38" creationId="{24B456CD-1478-6349-C986-C4DE909C38B0}"/>
          </ac:spMkLst>
        </pc:spChg>
        <pc:spChg chg="add del mod">
          <ac:chgData name="Oleh Sapiha" userId="428cacb2-53de-4d16-9660-3abdc20ad1c8" providerId="ADAL" clId="{18B4763E-5533-4AB3-88C2-1B82E0015EA9}" dt="2025-03-09T20:06:05.804" v="2467" actId="478"/>
          <ac:spMkLst>
            <pc:docMk/>
            <pc:sldMk cId="1307945181" sldId="469"/>
            <ac:spMk id="39" creationId="{C01FF334-FDD8-9412-AA95-CEBDB3EFF1D5}"/>
          </ac:spMkLst>
        </pc:spChg>
        <pc:spChg chg="del">
          <ac:chgData name="Oleh Sapiha" userId="428cacb2-53de-4d16-9660-3abdc20ad1c8" providerId="ADAL" clId="{18B4763E-5533-4AB3-88C2-1B82E0015EA9}" dt="2025-03-09T20:06:08.380" v="2468" actId="478"/>
          <ac:spMkLst>
            <pc:docMk/>
            <pc:sldMk cId="1307945181" sldId="469"/>
            <ac:spMk id="40" creationId="{FA0482E8-A9ED-5E3C-13E6-F70F85D5D5F6}"/>
          </ac:spMkLst>
        </pc:spChg>
        <pc:spChg chg="add del mod">
          <ac:chgData name="Oleh Sapiha" userId="428cacb2-53de-4d16-9660-3abdc20ad1c8" providerId="ADAL" clId="{18B4763E-5533-4AB3-88C2-1B82E0015EA9}" dt="2025-03-09T20:07:19.422" v="2518" actId="478"/>
          <ac:spMkLst>
            <pc:docMk/>
            <pc:sldMk cId="1307945181" sldId="469"/>
            <ac:spMk id="41" creationId="{EC576B69-8B60-A7CE-60E3-523E66AA5AA7}"/>
          </ac:spMkLst>
        </pc:spChg>
        <pc:spChg chg="add del mod">
          <ac:chgData name="Oleh Sapiha" userId="428cacb2-53de-4d16-9660-3abdc20ad1c8" providerId="ADAL" clId="{18B4763E-5533-4AB3-88C2-1B82E0015EA9}" dt="2025-03-09T20:08:43.876" v="2559" actId="478"/>
          <ac:spMkLst>
            <pc:docMk/>
            <pc:sldMk cId="1307945181" sldId="469"/>
            <ac:spMk id="42" creationId="{DEC6875D-A11B-D561-2A4A-5C69322C6897}"/>
          </ac:spMkLst>
        </pc:spChg>
        <pc:spChg chg="mod">
          <ac:chgData name="Oleh Sapiha" userId="428cacb2-53de-4d16-9660-3abdc20ad1c8" providerId="ADAL" clId="{18B4763E-5533-4AB3-88C2-1B82E0015EA9}" dt="2025-03-09T20:30:58.466" v="2935" actId="20577"/>
          <ac:spMkLst>
            <pc:docMk/>
            <pc:sldMk cId="1307945181" sldId="469"/>
            <ac:spMk id="43" creationId="{0D04545B-ADAA-39D7-CC0E-5AA9F0D1F212}"/>
          </ac:spMkLst>
        </pc:spChg>
        <pc:spChg chg="add del mod">
          <ac:chgData name="Oleh Sapiha" userId="428cacb2-53de-4d16-9660-3abdc20ad1c8" providerId="ADAL" clId="{18B4763E-5533-4AB3-88C2-1B82E0015EA9}" dt="2025-03-09T20:08:52.923" v="2564" actId="478"/>
          <ac:spMkLst>
            <pc:docMk/>
            <pc:sldMk cId="1307945181" sldId="469"/>
            <ac:spMk id="44" creationId="{3CB27862-52BF-A998-C91E-09C9E415D0DF}"/>
          </ac:spMkLst>
        </pc:spChg>
        <pc:spChg chg="add mod">
          <ac:chgData name="Oleh Sapiha" userId="428cacb2-53de-4d16-9660-3abdc20ad1c8" providerId="ADAL" clId="{18B4763E-5533-4AB3-88C2-1B82E0015EA9}" dt="2025-03-09T20:11:07.541" v="2637" actId="1076"/>
          <ac:spMkLst>
            <pc:docMk/>
            <pc:sldMk cId="1307945181" sldId="469"/>
            <ac:spMk id="45" creationId="{C1D74835-EFCC-27C4-17C2-2E04FA6D4E39}"/>
          </ac:spMkLst>
        </pc:spChg>
        <pc:spChg chg="add mod">
          <ac:chgData name="Oleh Sapiha" userId="428cacb2-53de-4d16-9660-3abdc20ad1c8" providerId="ADAL" clId="{18B4763E-5533-4AB3-88C2-1B82E0015EA9}" dt="2025-03-09T20:24:20.892" v="2803" actId="1037"/>
          <ac:spMkLst>
            <pc:docMk/>
            <pc:sldMk cId="1307945181" sldId="469"/>
            <ac:spMk id="46" creationId="{9160F96E-D58D-99E9-CDF1-D95865300A65}"/>
          </ac:spMkLst>
        </pc:spChg>
        <pc:spChg chg="add mod">
          <ac:chgData name="Oleh Sapiha" userId="428cacb2-53de-4d16-9660-3abdc20ad1c8" providerId="ADAL" clId="{18B4763E-5533-4AB3-88C2-1B82E0015EA9}" dt="2025-03-09T20:07:59.829" v="2532" actId="20577"/>
          <ac:spMkLst>
            <pc:docMk/>
            <pc:sldMk cId="1307945181" sldId="469"/>
            <ac:spMk id="47" creationId="{D70B5F19-36F4-2675-ACF2-167D5DBFD5B0}"/>
          </ac:spMkLst>
        </pc:spChg>
        <pc:spChg chg="add del mod">
          <ac:chgData name="Oleh Sapiha" userId="428cacb2-53de-4d16-9660-3abdc20ad1c8" providerId="ADAL" clId="{18B4763E-5533-4AB3-88C2-1B82E0015EA9}" dt="2025-03-09T20:09:43.828" v="2616" actId="478"/>
          <ac:spMkLst>
            <pc:docMk/>
            <pc:sldMk cId="1307945181" sldId="469"/>
            <ac:spMk id="48" creationId="{1E982620-ECE3-8092-3CF8-07CD955EFD20}"/>
          </ac:spMkLst>
        </pc:spChg>
        <pc:spChg chg="add mod">
          <ac:chgData name="Oleh Sapiha" userId="428cacb2-53de-4d16-9660-3abdc20ad1c8" providerId="ADAL" clId="{18B4763E-5533-4AB3-88C2-1B82E0015EA9}" dt="2025-03-09T20:31:03.537" v="2936"/>
          <ac:spMkLst>
            <pc:docMk/>
            <pc:sldMk cId="1307945181" sldId="469"/>
            <ac:spMk id="49" creationId="{60B87C0E-318D-F3E9-5BEC-E0E512D610FD}"/>
          </ac:spMkLst>
        </pc:spChg>
        <pc:spChg chg="add mod">
          <ac:chgData name="Oleh Sapiha" userId="428cacb2-53de-4d16-9660-3abdc20ad1c8" providerId="ADAL" clId="{18B4763E-5533-4AB3-88C2-1B82E0015EA9}" dt="2025-03-09T20:24:20.892" v="2803" actId="1037"/>
          <ac:spMkLst>
            <pc:docMk/>
            <pc:sldMk cId="1307945181" sldId="469"/>
            <ac:spMk id="50" creationId="{80FCC486-8D31-C3CB-8F67-A087AFA0C2A7}"/>
          </ac:spMkLst>
        </pc:spChg>
        <pc:spChg chg="add mod">
          <ac:chgData name="Oleh Sapiha" userId="428cacb2-53de-4d16-9660-3abdc20ad1c8" providerId="ADAL" clId="{18B4763E-5533-4AB3-88C2-1B82E0015EA9}" dt="2025-03-09T20:31:04.834" v="2937"/>
          <ac:spMkLst>
            <pc:docMk/>
            <pc:sldMk cId="1307945181" sldId="469"/>
            <ac:spMk id="51" creationId="{E9F77F62-942E-3DED-EEA0-AC0FD654D60E}"/>
          </ac:spMkLst>
        </pc:spChg>
        <pc:spChg chg="add mod">
          <ac:chgData name="Oleh Sapiha" userId="428cacb2-53de-4d16-9660-3abdc20ad1c8" providerId="ADAL" clId="{18B4763E-5533-4AB3-88C2-1B82E0015EA9}" dt="2025-03-09T20:12:45.777" v="2649" actId="554"/>
          <ac:spMkLst>
            <pc:docMk/>
            <pc:sldMk cId="1307945181" sldId="469"/>
            <ac:spMk id="52" creationId="{CEEC783E-A168-6A64-5E8A-58B3BB08B34D}"/>
          </ac:spMkLst>
        </pc:spChg>
        <pc:spChg chg="add mod">
          <ac:chgData name="Oleh Sapiha" userId="428cacb2-53de-4d16-9660-3abdc20ad1c8" providerId="ADAL" clId="{18B4763E-5533-4AB3-88C2-1B82E0015EA9}" dt="2025-03-09T20:31:05.786" v="2938"/>
          <ac:spMkLst>
            <pc:docMk/>
            <pc:sldMk cId="1307945181" sldId="469"/>
            <ac:spMk id="53" creationId="{6611D065-3148-B1EF-59C2-3DCFD0DDA206}"/>
          </ac:spMkLst>
        </pc:spChg>
        <pc:spChg chg="add mod">
          <ac:chgData name="Oleh Sapiha" userId="428cacb2-53de-4d16-9660-3abdc20ad1c8" providerId="ADAL" clId="{18B4763E-5533-4AB3-88C2-1B82E0015EA9}" dt="2025-03-09T20:24:20.892" v="2803" actId="1037"/>
          <ac:spMkLst>
            <pc:docMk/>
            <pc:sldMk cId="1307945181" sldId="469"/>
            <ac:spMk id="54" creationId="{7F27FF0B-D426-95D0-70EA-8F567F75E4CB}"/>
          </ac:spMkLst>
        </pc:spChg>
        <pc:spChg chg="add mod">
          <ac:chgData name="Oleh Sapiha" userId="428cacb2-53de-4d16-9660-3abdc20ad1c8" providerId="ADAL" clId="{18B4763E-5533-4AB3-88C2-1B82E0015EA9}" dt="2025-03-09T20:31:06.895" v="2939"/>
          <ac:spMkLst>
            <pc:docMk/>
            <pc:sldMk cId="1307945181" sldId="469"/>
            <ac:spMk id="55" creationId="{BBF68B3F-76A9-61D8-BEAA-300CB544DE25}"/>
          </ac:spMkLst>
        </pc:spChg>
        <pc:spChg chg="add mod">
          <ac:chgData name="Oleh Sapiha" userId="428cacb2-53de-4d16-9660-3abdc20ad1c8" providerId="ADAL" clId="{18B4763E-5533-4AB3-88C2-1B82E0015EA9}" dt="2025-03-09T20:24:20.892" v="2803" actId="1037"/>
          <ac:spMkLst>
            <pc:docMk/>
            <pc:sldMk cId="1307945181" sldId="469"/>
            <ac:spMk id="56" creationId="{E78CE276-5475-D019-A15C-2BFFFCBB664E}"/>
          </ac:spMkLst>
        </pc:spChg>
        <pc:spChg chg="add del mod">
          <ac:chgData name="Oleh Sapiha" userId="428cacb2-53de-4d16-9660-3abdc20ad1c8" providerId="ADAL" clId="{18B4763E-5533-4AB3-88C2-1B82E0015EA9}" dt="2025-03-09T20:13:11.193" v="2657" actId="478"/>
          <ac:spMkLst>
            <pc:docMk/>
            <pc:sldMk cId="1307945181" sldId="469"/>
            <ac:spMk id="57" creationId="{836A6188-0E4F-D79D-CE7F-5E8F76B9D2C5}"/>
          </ac:spMkLst>
        </pc:spChg>
        <pc:spChg chg="add mod">
          <ac:chgData name="Oleh Sapiha" userId="428cacb2-53de-4d16-9660-3abdc20ad1c8" providerId="ADAL" clId="{18B4763E-5533-4AB3-88C2-1B82E0015EA9}" dt="2025-03-09T20:24:20.892" v="2803" actId="1037"/>
          <ac:spMkLst>
            <pc:docMk/>
            <pc:sldMk cId="1307945181" sldId="469"/>
            <ac:spMk id="58" creationId="{1B2990A0-7E4C-3BF7-6E4C-5EC4F5977509}"/>
          </ac:spMkLst>
        </pc:spChg>
        <pc:spChg chg="add mod">
          <ac:chgData name="Oleh Sapiha" userId="428cacb2-53de-4d16-9660-3abdc20ad1c8" providerId="ADAL" clId="{18B4763E-5533-4AB3-88C2-1B82E0015EA9}" dt="2025-03-09T20:24:06.420" v="2795" actId="1076"/>
          <ac:spMkLst>
            <pc:docMk/>
            <pc:sldMk cId="1307945181" sldId="469"/>
            <ac:spMk id="59" creationId="{B7AC6EEB-42AB-E1D3-6938-4CAF57511937}"/>
          </ac:spMkLst>
        </pc:spChg>
        <pc:picChg chg="add mod ord">
          <ac:chgData name="Oleh Sapiha" userId="428cacb2-53de-4d16-9660-3abdc20ad1c8" providerId="ADAL" clId="{18B4763E-5533-4AB3-88C2-1B82E0015EA9}" dt="2025-03-09T19:59:12.552" v="2346" actId="14100"/>
          <ac:picMkLst>
            <pc:docMk/>
            <pc:sldMk cId="1307945181" sldId="469"/>
            <ac:picMk id="5" creationId="{D152134F-97CB-67C4-D573-DE7B87C57794}"/>
          </ac:picMkLst>
        </pc:picChg>
        <pc:picChg chg="add del mod">
          <ac:chgData name="Oleh Sapiha" userId="428cacb2-53de-4d16-9660-3abdc20ad1c8" providerId="ADAL" clId="{18B4763E-5533-4AB3-88C2-1B82E0015EA9}" dt="2025-03-09T19:58:56.016" v="2338" actId="21"/>
          <ac:picMkLst>
            <pc:docMk/>
            <pc:sldMk cId="1307945181" sldId="469"/>
            <ac:picMk id="7" creationId="{65524CC5-9538-0D1C-48DC-852076CB8B65}"/>
          </ac:picMkLst>
        </pc:picChg>
      </pc:sldChg>
      <pc:sldChg chg="addSp delSp modSp new mod">
        <pc:chgData name="Oleh Sapiha" userId="428cacb2-53de-4d16-9660-3abdc20ad1c8" providerId="ADAL" clId="{18B4763E-5533-4AB3-88C2-1B82E0015EA9}" dt="2025-03-09T20:56:26.590" v="3199" actId="1076"/>
        <pc:sldMkLst>
          <pc:docMk/>
          <pc:sldMk cId="302959650" sldId="470"/>
        </pc:sldMkLst>
        <pc:spChg chg="mod">
          <ac:chgData name="Oleh Sapiha" userId="428cacb2-53de-4d16-9660-3abdc20ad1c8" providerId="ADAL" clId="{18B4763E-5533-4AB3-88C2-1B82E0015EA9}" dt="2025-03-09T20:16:20.491" v="2701" actId="20577"/>
          <ac:spMkLst>
            <pc:docMk/>
            <pc:sldMk cId="302959650" sldId="470"/>
            <ac:spMk id="2" creationId="{F1A9FF02-5671-FBBE-E2CD-321D118F089F}"/>
          </ac:spMkLst>
        </pc:spChg>
        <pc:spChg chg="del">
          <ac:chgData name="Oleh Sapiha" userId="428cacb2-53de-4d16-9660-3abdc20ad1c8" providerId="ADAL" clId="{18B4763E-5533-4AB3-88C2-1B82E0015EA9}" dt="2025-03-09T19:58:57.929" v="2339"/>
          <ac:spMkLst>
            <pc:docMk/>
            <pc:sldMk cId="302959650" sldId="470"/>
            <ac:spMk id="3" creationId="{EBBFCE46-D39E-7A2D-A736-D70FEFD17BD7}"/>
          </ac:spMkLst>
        </pc:spChg>
        <pc:spChg chg="add">
          <ac:chgData name="Oleh Sapiha" userId="428cacb2-53de-4d16-9660-3abdc20ad1c8" providerId="ADAL" clId="{18B4763E-5533-4AB3-88C2-1B82E0015EA9}" dt="2025-03-09T20:25:50.643" v="2821"/>
          <ac:spMkLst>
            <pc:docMk/>
            <pc:sldMk cId="302959650" sldId="470"/>
            <ac:spMk id="4" creationId="{DA55839C-91F1-817C-A134-8799E7B617C5}"/>
          </ac:spMkLst>
        </pc:spChg>
        <pc:spChg chg="add mod">
          <ac:chgData name="Oleh Sapiha" userId="428cacb2-53de-4d16-9660-3abdc20ad1c8" providerId="ADAL" clId="{18B4763E-5533-4AB3-88C2-1B82E0015EA9}" dt="2025-03-09T20:55:06.109" v="3191" actId="1076"/>
          <ac:spMkLst>
            <pc:docMk/>
            <pc:sldMk cId="302959650" sldId="470"/>
            <ac:spMk id="6" creationId="{99B72280-695C-10CF-D276-2EAB029FE4E7}"/>
          </ac:spMkLst>
        </pc:spChg>
        <pc:spChg chg="add mod">
          <ac:chgData name="Oleh Sapiha" userId="428cacb2-53de-4d16-9660-3abdc20ad1c8" providerId="ADAL" clId="{18B4763E-5533-4AB3-88C2-1B82E0015EA9}" dt="2025-03-09T20:30:17.196" v="2921"/>
          <ac:spMkLst>
            <pc:docMk/>
            <pc:sldMk cId="302959650" sldId="470"/>
            <ac:spMk id="15" creationId="{418F8652-7731-4977-D3DF-19C6052AD4C0}"/>
          </ac:spMkLst>
        </pc:spChg>
        <pc:spChg chg="add mod">
          <ac:chgData name="Oleh Sapiha" userId="428cacb2-53de-4d16-9660-3abdc20ad1c8" providerId="ADAL" clId="{18B4763E-5533-4AB3-88C2-1B82E0015EA9}" dt="2025-03-09T20:30:17.196" v="2921"/>
          <ac:spMkLst>
            <pc:docMk/>
            <pc:sldMk cId="302959650" sldId="470"/>
            <ac:spMk id="16" creationId="{DD89EF23-5C00-1B99-B030-7CD91C4D83AF}"/>
          </ac:spMkLst>
        </pc:spChg>
        <pc:spChg chg="add mod">
          <ac:chgData name="Oleh Sapiha" userId="428cacb2-53de-4d16-9660-3abdc20ad1c8" providerId="ADAL" clId="{18B4763E-5533-4AB3-88C2-1B82E0015EA9}" dt="2025-03-09T20:30:17.196" v="2921"/>
          <ac:spMkLst>
            <pc:docMk/>
            <pc:sldMk cId="302959650" sldId="470"/>
            <ac:spMk id="19" creationId="{EC4C0C2F-23CE-AA62-957D-F94F82CAFE9D}"/>
          </ac:spMkLst>
        </pc:spChg>
        <pc:spChg chg="add mod">
          <ac:chgData name="Oleh Sapiha" userId="428cacb2-53de-4d16-9660-3abdc20ad1c8" providerId="ADAL" clId="{18B4763E-5533-4AB3-88C2-1B82E0015EA9}" dt="2025-03-09T20:30:17.196" v="2921"/>
          <ac:spMkLst>
            <pc:docMk/>
            <pc:sldMk cId="302959650" sldId="470"/>
            <ac:spMk id="20" creationId="{2C2D11A2-B165-5837-43DC-A416721041E4}"/>
          </ac:spMkLst>
        </pc:spChg>
        <pc:spChg chg="add mod">
          <ac:chgData name="Oleh Sapiha" userId="428cacb2-53de-4d16-9660-3abdc20ad1c8" providerId="ADAL" clId="{18B4763E-5533-4AB3-88C2-1B82E0015EA9}" dt="2025-03-09T20:30:17.196" v="2921"/>
          <ac:spMkLst>
            <pc:docMk/>
            <pc:sldMk cId="302959650" sldId="470"/>
            <ac:spMk id="21" creationId="{4F150852-1863-6345-1ED9-330C415E4300}"/>
          </ac:spMkLst>
        </pc:spChg>
        <pc:spChg chg="add mod">
          <ac:chgData name="Oleh Sapiha" userId="428cacb2-53de-4d16-9660-3abdc20ad1c8" providerId="ADAL" clId="{18B4763E-5533-4AB3-88C2-1B82E0015EA9}" dt="2025-03-09T20:30:17.196" v="2921"/>
          <ac:spMkLst>
            <pc:docMk/>
            <pc:sldMk cId="302959650" sldId="470"/>
            <ac:spMk id="24" creationId="{64248F8D-0A8B-B785-4AA7-38A0918CE5B7}"/>
          </ac:spMkLst>
        </pc:spChg>
        <pc:spChg chg="add mod">
          <ac:chgData name="Oleh Sapiha" userId="428cacb2-53de-4d16-9660-3abdc20ad1c8" providerId="ADAL" clId="{18B4763E-5533-4AB3-88C2-1B82E0015EA9}" dt="2025-03-09T20:30:17.196" v="2921"/>
          <ac:spMkLst>
            <pc:docMk/>
            <pc:sldMk cId="302959650" sldId="470"/>
            <ac:spMk id="27" creationId="{3BB3132B-9F18-62C2-38BC-51172487F5A8}"/>
          </ac:spMkLst>
        </pc:spChg>
        <pc:spChg chg="add mod">
          <ac:chgData name="Oleh Sapiha" userId="428cacb2-53de-4d16-9660-3abdc20ad1c8" providerId="ADAL" clId="{18B4763E-5533-4AB3-88C2-1B82E0015EA9}" dt="2025-03-09T20:30:17.196" v="2921"/>
          <ac:spMkLst>
            <pc:docMk/>
            <pc:sldMk cId="302959650" sldId="470"/>
            <ac:spMk id="30" creationId="{05E952D1-7BDB-6E18-BA39-D3206F9A3B92}"/>
          </ac:spMkLst>
        </pc:spChg>
        <pc:spChg chg="add mod">
          <ac:chgData name="Oleh Sapiha" userId="428cacb2-53de-4d16-9660-3abdc20ad1c8" providerId="ADAL" clId="{18B4763E-5533-4AB3-88C2-1B82E0015EA9}" dt="2025-03-09T20:30:17.196" v="2921"/>
          <ac:spMkLst>
            <pc:docMk/>
            <pc:sldMk cId="302959650" sldId="470"/>
            <ac:spMk id="31" creationId="{171F3CC2-9CE5-6E2D-5F3E-40185297569F}"/>
          </ac:spMkLst>
        </pc:spChg>
        <pc:spChg chg="add mod">
          <ac:chgData name="Oleh Sapiha" userId="428cacb2-53de-4d16-9660-3abdc20ad1c8" providerId="ADAL" clId="{18B4763E-5533-4AB3-88C2-1B82E0015EA9}" dt="2025-03-09T20:30:17.196" v="2921"/>
          <ac:spMkLst>
            <pc:docMk/>
            <pc:sldMk cId="302959650" sldId="470"/>
            <ac:spMk id="32" creationId="{CDC88D2B-C9E9-708E-3D0A-F8B7DBB9FC2D}"/>
          </ac:spMkLst>
        </pc:spChg>
        <pc:spChg chg="add mod">
          <ac:chgData name="Oleh Sapiha" userId="428cacb2-53de-4d16-9660-3abdc20ad1c8" providerId="ADAL" clId="{18B4763E-5533-4AB3-88C2-1B82E0015EA9}" dt="2025-03-09T20:32:00.105" v="2959" actId="14100"/>
          <ac:spMkLst>
            <pc:docMk/>
            <pc:sldMk cId="302959650" sldId="470"/>
            <ac:spMk id="34" creationId="{F87646C1-E760-9320-54BA-AE3F0A3999D6}"/>
          </ac:spMkLst>
        </pc:spChg>
        <pc:spChg chg="add mod">
          <ac:chgData name="Oleh Sapiha" userId="428cacb2-53de-4d16-9660-3abdc20ad1c8" providerId="ADAL" clId="{18B4763E-5533-4AB3-88C2-1B82E0015EA9}" dt="2025-03-09T20:31:44.455" v="2958" actId="1076"/>
          <ac:spMkLst>
            <pc:docMk/>
            <pc:sldMk cId="302959650" sldId="470"/>
            <ac:spMk id="35" creationId="{E9EFB5FC-1436-99B7-A0F1-2DB879A6F774}"/>
          </ac:spMkLst>
        </pc:spChg>
        <pc:spChg chg="add mod">
          <ac:chgData name="Oleh Sapiha" userId="428cacb2-53de-4d16-9660-3abdc20ad1c8" providerId="ADAL" clId="{18B4763E-5533-4AB3-88C2-1B82E0015EA9}" dt="2025-03-09T20:33:52.769" v="2969" actId="14100"/>
          <ac:spMkLst>
            <pc:docMk/>
            <pc:sldMk cId="302959650" sldId="470"/>
            <ac:spMk id="36" creationId="{D28DFDA6-1519-EA60-7003-5FB759CCE2F4}"/>
          </ac:spMkLst>
        </pc:spChg>
        <pc:spChg chg="add mod">
          <ac:chgData name="Oleh Sapiha" userId="428cacb2-53de-4d16-9660-3abdc20ad1c8" providerId="ADAL" clId="{18B4763E-5533-4AB3-88C2-1B82E0015EA9}" dt="2025-03-09T20:34:50.853" v="2982" actId="20577"/>
          <ac:spMkLst>
            <pc:docMk/>
            <pc:sldMk cId="302959650" sldId="470"/>
            <ac:spMk id="37" creationId="{C9BA38D0-0107-91F7-5F73-BA3A681007DF}"/>
          </ac:spMkLst>
        </pc:spChg>
        <pc:spChg chg="add mod">
          <ac:chgData name="Oleh Sapiha" userId="428cacb2-53de-4d16-9660-3abdc20ad1c8" providerId="ADAL" clId="{18B4763E-5533-4AB3-88C2-1B82E0015EA9}" dt="2025-03-09T20:34:12.871" v="2972" actId="14100"/>
          <ac:spMkLst>
            <pc:docMk/>
            <pc:sldMk cId="302959650" sldId="470"/>
            <ac:spMk id="38" creationId="{DDE65CFE-5B09-BD1B-AC18-9A784ADF5CF3}"/>
          </ac:spMkLst>
        </pc:spChg>
        <pc:spChg chg="add mod">
          <ac:chgData name="Oleh Sapiha" userId="428cacb2-53de-4d16-9660-3abdc20ad1c8" providerId="ADAL" clId="{18B4763E-5533-4AB3-88C2-1B82E0015EA9}" dt="2025-03-09T20:34:24.212" v="2974" actId="1076"/>
          <ac:spMkLst>
            <pc:docMk/>
            <pc:sldMk cId="302959650" sldId="470"/>
            <ac:spMk id="39" creationId="{87C3812D-BDC3-B01B-42D8-E5BCBFEC6E5F}"/>
          </ac:spMkLst>
        </pc:spChg>
        <pc:spChg chg="add mod">
          <ac:chgData name="Oleh Sapiha" userId="428cacb2-53de-4d16-9660-3abdc20ad1c8" providerId="ADAL" clId="{18B4763E-5533-4AB3-88C2-1B82E0015EA9}" dt="2025-03-09T20:34:34.852" v="2977" actId="1076"/>
          <ac:spMkLst>
            <pc:docMk/>
            <pc:sldMk cId="302959650" sldId="470"/>
            <ac:spMk id="40" creationId="{9E517B5F-508C-24D0-46B3-77C6EB3F1464}"/>
          </ac:spMkLst>
        </pc:spChg>
        <pc:spChg chg="add mod">
          <ac:chgData name="Oleh Sapiha" userId="428cacb2-53de-4d16-9660-3abdc20ad1c8" providerId="ADAL" clId="{18B4763E-5533-4AB3-88C2-1B82E0015EA9}" dt="2025-03-09T20:35:05.539" v="2988" actId="20577"/>
          <ac:spMkLst>
            <pc:docMk/>
            <pc:sldMk cId="302959650" sldId="470"/>
            <ac:spMk id="41" creationId="{DE356242-8671-130D-BDBA-33DCEDD4532B}"/>
          </ac:spMkLst>
        </pc:spChg>
        <pc:spChg chg="add mod">
          <ac:chgData name="Oleh Sapiha" userId="428cacb2-53de-4d16-9660-3abdc20ad1c8" providerId="ADAL" clId="{18B4763E-5533-4AB3-88C2-1B82E0015EA9}" dt="2025-03-09T20:35:24.211" v="2995" actId="20577"/>
          <ac:spMkLst>
            <pc:docMk/>
            <pc:sldMk cId="302959650" sldId="470"/>
            <ac:spMk id="42" creationId="{0C435710-AF82-A54F-EF62-52C89EF1F306}"/>
          </ac:spMkLst>
        </pc:spChg>
        <pc:spChg chg="add mod">
          <ac:chgData name="Oleh Sapiha" userId="428cacb2-53de-4d16-9660-3abdc20ad1c8" providerId="ADAL" clId="{18B4763E-5533-4AB3-88C2-1B82E0015EA9}" dt="2025-03-09T20:36:29.546" v="3002" actId="1076"/>
          <ac:spMkLst>
            <pc:docMk/>
            <pc:sldMk cId="302959650" sldId="470"/>
            <ac:spMk id="43" creationId="{7D8A6915-57AB-81F4-E085-AB3CD1F41C95}"/>
          </ac:spMkLst>
        </pc:spChg>
        <pc:spChg chg="add del mod">
          <ac:chgData name="Oleh Sapiha" userId="428cacb2-53de-4d16-9660-3abdc20ad1c8" providerId="ADAL" clId="{18B4763E-5533-4AB3-88C2-1B82E0015EA9}" dt="2025-03-09T20:36:42.709" v="3005" actId="478"/>
          <ac:spMkLst>
            <pc:docMk/>
            <pc:sldMk cId="302959650" sldId="470"/>
            <ac:spMk id="44" creationId="{EE5873FA-E4E5-FE26-4A7A-B968D8461DAD}"/>
          </ac:spMkLst>
        </pc:spChg>
        <pc:spChg chg="add mod">
          <ac:chgData name="Oleh Sapiha" userId="428cacb2-53de-4d16-9660-3abdc20ad1c8" providerId="ADAL" clId="{18B4763E-5533-4AB3-88C2-1B82E0015EA9}" dt="2025-03-09T20:37:02.526" v="3011" actId="1076"/>
          <ac:spMkLst>
            <pc:docMk/>
            <pc:sldMk cId="302959650" sldId="470"/>
            <ac:spMk id="45" creationId="{4D786793-517C-8F65-1EC4-BE66CFD15BB2}"/>
          </ac:spMkLst>
        </pc:spChg>
        <pc:spChg chg="add del mod">
          <ac:chgData name="Oleh Sapiha" userId="428cacb2-53de-4d16-9660-3abdc20ad1c8" providerId="ADAL" clId="{18B4763E-5533-4AB3-88C2-1B82E0015EA9}" dt="2025-03-09T20:36:46.865" v="3008" actId="478"/>
          <ac:spMkLst>
            <pc:docMk/>
            <pc:sldMk cId="302959650" sldId="470"/>
            <ac:spMk id="46" creationId="{6A37EC73-36AB-99E0-F635-8A69909E0FA9}"/>
          </ac:spMkLst>
        </pc:spChg>
        <pc:spChg chg="add del mod">
          <ac:chgData name="Oleh Sapiha" userId="428cacb2-53de-4d16-9660-3abdc20ad1c8" providerId="ADAL" clId="{18B4763E-5533-4AB3-88C2-1B82E0015EA9}" dt="2025-03-09T20:37:00.018" v="3010" actId="1076"/>
          <ac:spMkLst>
            <pc:docMk/>
            <pc:sldMk cId="302959650" sldId="470"/>
            <ac:spMk id="47" creationId="{BE4A9F19-2E67-40E7-E026-E5C4B630D533}"/>
          </ac:spMkLst>
        </pc:spChg>
        <pc:spChg chg="add mod">
          <ac:chgData name="Oleh Sapiha" userId="428cacb2-53de-4d16-9660-3abdc20ad1c8" providerId="ADAL" clId="{18B4763E-5533-4AB3-88C2-1B82E0015EA9}" dt="2025-03-09T20:37:42.994" v="3050" actId="1076"/>
          <ac:spMkLst>
            <pc:docMk/>
            <pc:sldMk cId="302959650" sldId="470"/>
            <ac:spMk id="48" creationId="{BC33189D-B735-FBB9-ECD0-233835251BF8}"/>
          </ac:spMkLst>
        </pc:spChg>
        <pc:spChg chg="add mod">
          <ac:chgData name="Oleh Sapiha" userId="428cacb2-53de-4d16-9660-3abdc20ad1c8" providerId="ADAL" clId="{18B4763E-5533-4AB3-88C2-1B82E0015EA9}" dt="2025-03-09T20:56:26.590" v="3199" actId="1076"/>
          <ac:spMkLst>
            <pc:docMk/>
            <pc:sldMk cId="302959650" sldId="470"/>
            <ac:spMk id="49" creationId="{2E67A9C3-7694-0163-30F5-254BF0A0600B}"/>
          </ac:spMkLst>
        </pc:spChg>
        <pc:spChg chg="add mod">
          <ac:chgData name="Oleh Sapiha" userId="428cacb2-53de-4d16-9660-3abdc20ad1c8" providerId="ADAL" clId="{18B4763E-5533-4AB3-88C2-1B82E0015EA9}" dt="2025-03-09T20:37:48.854" v="3051"/>
          <ac:spMkLst>
            <pc:docMk/>
            <pc:sldMk cId="302959650" sldId="470"/>
            <ac:spMk id="50" creationId="{35E2A203-9916-CDA3-ABC9-9194529B8CDC}"/>
          </ac:spMkLst>
        </pc:spChg>
        <pc:spChg chg="add del mod">
          <ac:chgData name="Oleh Sapiha" userId="428cacb2-53de-4d16-9660-3abdc20ad1c8" providerId="ADAL" clId="{18B4763E-5533-4AB3-88C2-1B82E0015EA9}" dt="2025-03-09T20:37:55.661" v="3054" actId="478"/>
          <ac:spMkLst>
            <pc:docMk/>
            <pc:sldMk cId="302959650" sldId="470"/>
            <ac:spMk id="51" creationId="{BC1E7925-108F-D60F-C18C-5A478F677EB1}"/>
          </ac:spMkLst>
        </pc:spChg>
        <pc:spChg chg="add mod">
          <ac:chgData name="Oleh Sapiha" userId="428cacb2-53de-4d16-9660-3abdc20ad1c8" providerId="ADAL" clId="{18B4763E-5533-4AB3-88C2-1B82E0015EA9}" dt="2025-03-09T20:39:17.813" v="3059" actId="13822"/>
          <ac:spMkLst>
            <pc:docMk/>
            <pc:sldMk cId="302959650" sldId="470"/>
            <ac:spMk id="52" creationId="{E7D9ACC2-8F29-ABEF-B6C5-1785EA9C7C98}"/>
          </ac:spMkLst>
        </pc:spChg>
        <pc:spChg chg="add del mod">
          <ac:chgData name="Oleh Sapiha" userId="428cacb2-53de-4d16-9660-3abdc20ad1c8" providerId="ADAL" clId="{18B4763E-5533-4AB3-88C2-1B82E0015EA9}" dt="2025-03-09T20:42:11.958" v="3136" actId="478"/>
          <ac:spMkLst>
            <pc:docMk/>
            <pc:sldMk cId="302959650" sldId="470"/>
            <ac:spMk id="53" creationId="{40C72F6B-6A37-3926-7E46-4BF5BFA0881C}"/>
          </ac:spMkLst>
        </pc:spChg>
        <pc:spChg chg="add mod">
          <ac:chgData name="Oleh Sapiha" userId="428cacb2-53de-4d16-9660-3abdc20ad1c8" providerId="ADAL" clId="{18B4763E-5533-4AB3-88C2-1B82E0015EA9}" dt="2025-03-09T20:40:32.709" v="3096" actId="14100"/>
          <ac:spMkLst>
            <pc:docMk/>
            <pc:sldMk cId="302959650" sldId="470"/>
            <ac:spMk id="54" creationId="{5665BF67-6220-DAC4-FA29-00E31FC887FA}"/>
          </ac:spMkLst>
        </pc:spChg>
        <pc:spChg chg="add mod">
          <ac:chgData name="Oleh Sapiha" userId="428cacb2-53de-4d16-9660-3abdc20ad1c8" providerId="ADAL" clId="{18B4763E-5533-4AB3-88C2-1B82E0015EA9}" dt="2025-03-09T20:54:47.271" v="3186" actId="14100"/>
          <ac:spMkLst>
            <pc:docMk/>
            <pc:sldMk cId="302959650" sldId="470"/>
            <ac:spMk id="55" creationId="{D1F7CC2E-5B03-440B-70A1-CAE1A43A9963}"/>
          </ac:spMkLst>
        </pc:spChg>
        <pc:spChg chg="add mod">
          <ac:chgData name="Oleh Sapiha" userId="428cacb2-53de-4d16-9660-3abdc20ad1c8" providerId="ADAL" clId="{18B4763E-5533-4AB3-88C2-1B82E0015EA9}" dt="2025-03-09T20:54:49.699" v="3187" actId="1076"/>
          <ac:spMkLst>
            <pc:docMk/>
            <pc:sldMk cId="302959650" sldId="470"/>
            <ac:spMk id="56" creationId="{39331D96-6119-29BC-3A80-BB83CD12C0A2}"/>
          </ac:spMkLst>
        </pc:spChg>
        <pc:picChg chg="add mod">
          <ac:chgData name="Oleh Sapiha" userId="428cacb2-53de-4d16-9660-3abdc20ad1c8" providerId="ADAL" clId="{18B4763E-5533-4AB3-88C2-1B82E0015EA9}" dt="2025-03-09T20:31:28.731" v="2946" actId="1035"/>
          <ac:picMkLst>
            <pc:docMk/>
            <pc:sldMk cId="302959650" sldId="470"/>
            <ac:picMk id="7" creationId="{65524CC5-9538-0D1C-48DC-852076CB8B65}"/>
          </ac:picMkLst>
        </pc:picChg>
      </pc:sldChg>
      <pc:sldChg chg="del">
        <pc:chgData name="Oleh Sapiha" userId="428cacb2-53de-4d16-9660-3abdc20ad1c8" providerId="ADAL" clId="{18B4763E-5533-4AB3-88C2-1B82E0015EA9}" dt="2025-03-08T18:15:21.710" v="67" actId="47"/>
        <pc:sldMkLst>
          <pc:docMk/>
          <pc:sldMk cId="1730020682" sldId="470"/>
        </pc:sldMkLst>
      </pc:sldChg>
      <pc:sldChg chg="del">
        <pc:chgData name="Oleh Sapiha" userId="428cacb2-53de-4d16-9660-3abdc20ad1c8" providerId="ADAL" clId="{18B4763E-5533-4AB3-88C2-1B82E0015EA9}" dt="2025-03-08T18:15:22.023" v="68" actId="47"/>
        <pc:sldMkLst>
          <pc:docMk/>
          <pc:sldMk cId="2127116729" sldId="471"/>
        </pc:sldMkLst>
      </pc:sldChg>
      <pc:sldChg chg="addSp delSp modSp new mod">
        <pc:chgData name="Oleh Sapiha" userId="428cacb2-53de-4d16-9660-3abdc20ad1c8" providerId="ADAL" clId="{18B4763E-5533-4AB3-88C2-1B82E0015EA9}" dt="2025-03-09T21:05:37.981" v="3285" actId="1076"/>
        <pc:sldMkLst>
          <pc:docMk/>
          <pc:sldMk cId="2719084507" sldId="471"/>
        </pc:sldMkLst>
        <pc:spChg chg="mod">
          <ac:chgData name="Oleh Sapiha" userId="428cacb2-53de-4d16-9660-3abdc20ad1c8" providerId="ADAL" clId="{18B4763E-5533-4AB3-88C2-1B82E0015EA9}" dt="2025-03-09T21:04:45.144" v="3284" actId="20577"/>
          <ac:spMkLst>
            <pc:docMk/>
            <pc:sldMk cId="2719084507" sldId="471"/>
            <ac:spMk id="2" creationId="{A7208201-9C61-116D-7828-93BD80AA1F0F}"/>
          </ac:spMkLst>
        </pc:spChg>
        <pc:spChg chg="add del">
          <ac:chgData name="Oleh Sapiha" userId="428cacb2-53de-4d16-9660-3abdc20ad1c8" providerId="ADAL" clId="{18B4763E-5533-4AB3-88C2-1B82E0015EA9}" dt="2025-03-09T20:59:15.936" v="3207"/>
          <ac:spMkLst>
            <pc:docMk/>
            <pc:sldMk cId="2719084507" sldId="471"/>
            <ac:spMk id="3" creationId="{9DB481F2-9463-4BBD-A480-A1DEA0DED1D8}"/>
          </ac:spMkLst>
        </pc:spChg>
        <pc:spChg chg="add del">
          <ac:chgData name="Oleh Sapiha" userId="428cacb2-53de-4d16-9660-3abdc20ad1c8" providerId="ADAL" clId="{18B4763E-5533-4AB3-88C2-1B82E0015EA9}" dt="2025-03-09T21:03:53.278" v="3270" actId="22"/>
          <ac:spMkLst>
            <pc:docMk/>
            <pc:sldMk cId="2719084507" sldId="471"/>
            <ac:spMk id="13" creationId="{9EC31F07-B56A-D7E2-79CD-A8EFC3F89AA7}"/>
          </ac:spMkLst>
        </pc:spChg>
        <pc:graphicFrameChg chg="add mod">
          <ac:chgData name="Oleh Sapiha" userId="428cacb2-53de-4d16-9660-3abdc20ad1c8" providerId="ADAL" clId="{18B4763E-5533-4AB3-88C2-1B82E0015EA9}" dt="2025-03-09T20:56:24.341" v="3197"/>
          <ac:graphicFrameMkLst>
            <pc:docMk/>
            <pc:sldMk cId="2719084507" sldId="471"/>
            <ac:graphicFrameMk id="4" creationId="{51C16BBB-2998-1B43-14B1-9422F7A19386}"/>
          </ac:graphicFrameMkLst>
        </pc:graphicFrameChg>
        <pc:graphicFrameChg chg="add mod">
          <ac:chgData name="Oleh Sapiha" userId="428cacb2-53de-4d16-9660-3abdc20ad1c8" providerId="ADAL" clId="{18B4763E-5533-4AB3-88C2-1B82E0015EA9}" dt="2025-03-09T20:56:18.811" v="3192"/>
          <ac:graphicFrameMkLst>
            <pc:docMk/>
            <pc:sldMk cId="2719084507" sldId="471"/>
            <ac:graphicFrameMk id="5" creationId="{382720B7-2298-B2D2-6172-C53AB8C0EB2C}"/>
          </ac:graphicFrameMkLst>
        </pc:graphicFrameChg>
        <pc:graphicFrameChg chg="add mod">
          <ac:chgData name="Oleh Sapiha" userId="428cacb2-53de-4d16-9660-3abdc20ad1c8" providerId="ADAL" clId="{18B4763E-5533-4AB3-88C2-1B82E0015EA9}" dt="2025-03-09T20:56:18.811" v="3192"/>
          <ac:graphicFrameMkLst>
            <pc:docMk/>
            <pc:sldMk cId="2719084507" sldId="471"/>
            <ac:graphicFrameMk id="6" creationId="{C690F7FD-77D9-65A8-3465-EEA6FD809141}"/>
          </ac:graphicFrameMkLst>
        </pc:graphicFrameChg>
        <pc:graphicFrameChg chg="add mod">
          <ac:chgData name="Oleh Sapiha" userId="428cacb2-53de-4d16-9660-3abdc20ad1c8" providerId="ADAL" clId="{18B4763E-5533-4AB3-88C2-1B82E0015EA9}" dt="2025-03-09T20:56:18.811" v="3192"/>
          <ac:graphicFrameMkLst>
            <pc:docMk/>
            <pc:sldMk cId="2719084507" sldId="471"/>
            <ac:graphicFrameMk id="7" creationId="{12F816EE-D8AE-699C-5301-2159076F7A8D}"/>
          </ac:graphicFrameMkLst>
        </pc:graphicFrameChg>
        <pc:graphicFrameChg chg="add mod">
          <ac:chgData name="Oleh Sapiha" userId="428cacb2-53de-4d16-9660-3abdc20ad1c8" providerId="ADAL" clId="{18B4763E-5533-4AB3-88C2-1B82E0015EA9}" dt="2025-03-09T20:56:18.811" v="3192"/>
          <ac:graphicFrameMkLst>
            <pc:docMk/>
            <pc:sldMk cId="2719084507" sldId="471"/>
            <ac:graphicFrameMk id="8" creationId="{F35948A9-6CA3-52F4-A87A-EC785C315B27}"/>
          </ac:graphicFrameMkLst>
        </pc:graphicFrameChg>
        <pc:graphicFrameChg chg="add mod modGraphic">
          <ac:chgData name="Oleh Sapiha" userId="428cacb2-53de-4d16-9660-3abdc20ad1c8" providerId="ADAL" clId="{18B4763E-5533-4AB3-88C2-1B82E0015EA9}" dt="2025-03-09T20:56:24.113" v="3196" actId="14100"/>
          <ac:graphicFrameMkLst>
            <pc:docMk/>
            <pc:sldMk cId="2719084507" sldId="471"/>
            <ac:graphicFrameMk id="9" creationId="{19B1A60E-45CF-3FB7-1772-848BAB02E65A}"/>
          </ac:graphicFrameMkLst>
        </pc:graphicFrameChg>
        <pc:graphicFrameChg chg="add mod modGraphic">
          <ac:chgData name="Oleh Sapiha" userId="428cacb2-53de-4d16-9660-3abdc20ad1c8" providerId="ADAL" clId="{18B4763E-5533-4AB3-88C2-1B82E0015EA9}" dt="2025-03-09T20:59:10.497" v="3206"/>
          <ac:graphicFrameMkLst>
            <pc:docMk/>
            <pc:sldMk cId="2719084507" sldId="471"/>
            <ac:graphicFrameMk id="10" creationId="{27C3CB44-C1A7-8B66-EDD3-122A64CC9E34}"/>
          </ac:graphicFrameMkLst>
        </pc:graphicFrameChg>
        <pc:graphicFrameChg chg="add mod modGraphic">
          <ac:chgData name="Oleh Sapiha" userId="428cacb2-53de-4d16-9660-3abdc20ad1c8" providerId="ADAL" clId="{18B4763E-5533-4AB3-88C2-1B82E0015EA9}" dt="2025-03-09T21:05:37.981" v="3285" actId="1076"/>
          <ac:graphicFrameMkLst>
            <pc:docMk/>
            <pc:sldMk cId="2719084507" sldId="471"/>
            <ac:graphicFrameMk id="11" creationId="{19F80B50-5D35-E2F0-A1ED-FBCEDE14A482}"/>
          </ac:graphicFrameMkLst>
        </pc:graphicFrameChg>
      </pc:sldChg>
      <pc:sldChg chg="del">
        <pc:chgData name="Oleh Sapiha" userId="428cacb2-53de-4d16-9660-3abdc20ad1c8" providerId="ADAL" clId="{18B4763E-5533-4AB3-88C2-1B82E0015EA9}" dt="2025-03-08T18:15:23.931" v="77" actId="47"/>
        <pc:sldMkLst>
          <pc:docMk/>
          <pc:sldMk cId="610011081" sldId="472"/>
        </pc:sldMkLst>
      </pc:sldChg>
      <pc:sldChg chg="modSp new mod">
        <pc:chgData name="Oleh Sapiha" userId="428cacb2-53de-4d16-9660-3abdc20ad1c8" providerId="ADAL" clId="{18B4763E-5533-4AB3-88C2-1B82E0015EA9}" dt="2025-03-09T21:09:13.410" v="3356" actId="1076"/>
        <pc:sldMkLst>
          <pc:docMk/>
          <pc:sldMk cId="3905671238" sldId="472"/>
        </pc:sldMkLst>
        <pc:spChg chg="mod">
          <ac:chgData name="Oleh Sapiha" userId="428cacb2-53de-4d16-9660-3abdc20ad1c8" providerId="ADAL" clId="{18B4763E-5533-4AB3-88C2-1B82E0015EA9}" dt="2025-03-09T21:07:10.701" v="3294" actId="20577"/>
          <ac:spMkLst>
            <pc:docMk/>
            <pc:sldMk cId="3905671238" sldId="472"/>
            <ac:spMk id="2" creationId="{3308A078-B81C-784E-9A95-119F2C2EC37C}"/>
          </ac:spMkLst>
        </pc:spChg>
        <pc:spChg chg="mod">
          <ac:chgData name="Oleh Sapiha" userId="428cacb2-53de-4d16-9660-3abdc20ad1c8" providerId="ADAL" clId="{18B4763E-5533-4AB3-88C2-1B82E0015EA9}" dt="2025-03-09T21:09:13.410" v="3356" actId="1076"/>
          <ac:spMkLst>
            <pc:docMk/>
            <pc:sldMk cId="3905671238" sldId="472"/>
            <ac:spMk id="3" creationId="{0EE60778-D9D1-0F03-45AF-DA04B7042621}"/>
          </ac:spMkLst>
        </pc:spChg>
      </pc:sldChg>
      <pc:sldChg chg="del">
        <pc:chgData name="Oleh Sapiha" userId="428cacb2-53de-4d16-9660-3abdc20ad1c8" providerId="ADAL" clId="{18B4763E-5533-4AB3-88C2-1B82E0015EA9}" dt="2025-03-08T18:15:23.775" v="76" actId="47"/>
        <pc:sldMkLst>
          <pc:docMk/>
          <pc:sldMk cId="871389061" sldId="473"/>
        </pc:sldMkLst>
      </pc:sldChg>
      <pc:sldChg chg="del">
        <pc:chgData name="Oleh Sapiha" userId="428cacb2-53de-4d16-9660-3abdc20ad1c8" providerId="ADAL" clId="{18B4763E-5533-4AB3-88C2-1B82E0015EA9}" dt="2025-03-08T18:15:22.260" v="69" actId="47"/>
        <pc:sldMkLst>
          <pc:docMk/>
          <pc:sldMk cId="1707642403" sldId="474"/>
        </pc:sldMkLst>
      </pc:sldChg>
      <pc:sldChg chg="del">
        <pc:chgData name="Oleh Sapiha" userId="428cacb2-53de-4d16-9660-3abdc20ad1c8" providerId="ADAL" clId="{18B4763E-5533-4AB3-88C2-1B82E0015EA9}" dt="2025-03-08T18:15:22.826" v="72" actId="47"/>
        <pc:sldMkLst>
          <pc:docMk/>
          <pc:sldMk cId="862975912" sldId="475"/>
        </pc:sldMkLst>
      </pc:sldChg>
      <pc:sldChg chg="del">
        <pc:chgData name="Oleh Sapiha" userId="428cacb2-53de-4d16-9660-3abdc20ad1c8" providerId="ADAL" clId="{18B4763E-5533-4AB3-88C2-1B82E0015EA9}" dt="2025-03-08T18:15:24.100" v="78" actId="47"/>
        <pc:sldMkLst>
          <pc:docMk/>
          <pc:sldMk cId="601106765" sldId="477"/>
        </pc:sldMkLst>
      </pc:sldChg>
      <pc:sldChg chg="del">
        <pc:chgData name="Oleh Sapiha" userId="428cacb2-53de-4d16-9660-3abdc20ad1c8" providerId="ADAL" clId="{18B4763E-5533-4AB3-88C2-1B82E0015EA9}" dt="2025-03-08T18:15:22.726" v="71" actId="47"/>
        <pc:sldMkLst>
          <pc:docMk/>
          <pc:sldMk cId="3390287130" sldId="478"/>
        </pc:sldMkLst>
      </pc:sldChg>
      <pc:sldChg chg="del">
        <pc:chgData name="Oleh Sapiha" userId="428cacb2-53de-4d16-9660-3abdc20ad1c8" providerId="ADAL" clId="{18B4763E-5533-4AB3-88C2-1B82E0015EA9}" dt="2025-03-08T18:15:22.976" v="73" actId="47"/>
        <pc:sldMkLst>
          <pc:docMk/>
          <pc:sldMk cId="2345525927" sldId="479"/>
        </pc:sldMkLst>
      </pc:sldChg>
      <pc:sldChg chg="del">
        <pc:chgData name="Oleh Sapiha" userId="428cacb2-53de-4d16-9660-3abdc20ad1c8" providerId="ADAL" clId="{18B4763E-5533-4AB3-88C2-1B82E0015EA9}" dt="2025-03-08T18:15:23.119" v="74" actId="47"/>
        <pc:sldMkLst>
          <pc:docMk/>
          <pc:sldMk cId="1954496923" sldId="480"/>
        </pc:sldMkLst>
      </pc:sldChg>
      <pc:sldChg chg="del">
        <pc:chgData name="Oleh Sapiha" userId="428cacb2-53de-4d16-9660-3abdc20ad1c8" providerId="ADAL" clId="{18B4763E-5533-4AB3-88C2-1B82E0015EA9}" dt="2025-03-08T18:15:23.685" v="75" actId="47"/>
        <pc:sldMkLst>
          <pc:docMk/>
          <pc:sldMk cId="418386657" sldId="481"/>
        </pc:sldMkLst>
      </pc:sldChg>
      <pc:sldChg chg="del">
        <pc:chgData name="Oleh Sapiha" userId="428cacb2-53de-4d16-9660-3abdc20ad1c8" providerId="ADAL" clId="{18B4763E-5533-4AB3-88C2-1B82E0015EA9}" dt="2025-03-08T18:15:24.495" v="79" actId="47"/>
        <pc:sldMkLst>
          <pc:docMk/>
          <pc:sldMk cId="1175832756" sldId="482"/>
        </pc:sldMkLst>
      </pc:sldChg>
      <pc:sldChg chg="del">
        <pc:chgData name="Oleh Sapiha" userId="428cacb2-53de-4d16-9660-3abdc20ad1c8" providerId="ADAL" clId="{18B4763E-5533-4AB3-88C2-1B82E0015EA9}" dt="2025-03-08T18:15:24.928" v="80" actId="47"/>
        <pc:sldMkLst>
          <pc:docMk/>
          <pc:sldMk cId="3179526613" sldId="483"/>
        </pc:sldMkLst>
      </pc:sldChg>
      <pc:sldChg chg="del">
        <pc:chgData name="Oleh Sapiha" userId="428cacb2-53de-4d16-9660-3abdc20ad1c8" providerId="ADAL" clId="{18B4763E-5533-4AB3-88C2-1B82E0015EA9}" dt="2025-03-08T18:15:25.774" v="83" actId="47"/>
        <pc:sldMkLst>
          <pc:docMk/>
          <pc:sldMk cId="3476827996" sldId="484"/>
        </pc:sldMkLst>
      </pc:sldChg>
      <pc:sldChg chg="del">
        <pc:chgData name="Oleh Sapiha" userId="428cacb2-53de-4d16-9660-3abdc20ad1c8" providerId="ADAL" clId="{18B4763E-5533-4AB3-88C2-1B82E0015EA9}" dt="2025-03-08T18:15:26.384" v="84" actId="47"/>
        <pc:sldMkLst>
          <pc:docMk/>
          <pc:sldMk cId="1800604475" sldId="485"/>
        </pc:sldMkLst>
      </pc:sldChg>
      <pc:sldChg chg="del">
        <pc:chgData name="Oleh Sapiha" userId="428cacb2-53de-4d16-9660-3abdc20ad1c8" providerId="ADAL" clId="{18B4763E-5533-4AB3-88C2-1B82E0015EA9}" dt="2025-03-08T18:15:26.523" v="85" actId="47"/>
        <pc:sldMkLst>
          <pc:docMk/>
          <pc:sldMk cId="1722219316" sldId="487"/>
        </pc:sldMkLst>
      </pc:sldChg>
      <pc:sldChg chg="del">
        <pc:chgData name="Oleh Sapiha" userId="428cacb2-53de-4d16-9660-3abdc20ad1c8" providerId="ADAL" clId="{18B4763E-5533-4AB3-88C2-1B82E0015EA9}" dt="2025-03-08T18:15:25.190" v="81" actId="47"/>
        <pc:sldMkLst>
          <pc:docMk/>
          <pc:sldMk cId="388280369" sldId="489"/>
        </pc:sldMkLst>
      </pc:sldChg>
      <pc:sldChg chg="del">
        <pc:chgData name="Oleh Sapiha" userId="428cacb2-53de-4d16-9660-3abdc20ad1c8" providerId="ADAL" clId="{18B4763E-5533-4AB3-88C2-1B82E0015EA9}" dt="2025-03-08T18:15:25.374" v="82" actId="47"/>
        <pc:sldMkLst>
          <pc:docMk/>
          <pc:sldMk cId="1761920039" sldId="49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17C3E4-834A-4FDE-8876-3ED4986C368E}" type="datetimeFigureOut">
              <a:rPr lang="en-US" smtClean="0"/>
              <a:t>3/8/2025</a:t>
            </a:fld>
            <a:endParaRPr lang="en-US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25D16B-934A-4DDA-AA9D-F9317AC24A5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29225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2"/>
          <p:cNvSpPr>
            <a:spLocks noGrp="1"/>
          </p:cNvSpPr>
          <p:nvPr>
            <p:ph type="pic" sz="quarter" idx="14"/>
          </p:nvPr>
        </p:nvSpPr>
        <p:spPr>
          <a:xfrm>
            <a:off x="468000" y="0"/>
            <a:ext cx="11253600" cy="6156000"/>
          </a:xfrm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/>
              <a:t>Click icon to add picture</a:t>
            </a:r>
            <a:endParaRPr lang="en-US" dirty="0"/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1080000" y="-1"/>
            <a:ext cx="5040000" cy="2592000"/>
          </a:xfrm>
          <a:solidFill>
            <a:schemeClr val="tx2"/>
          </a:solidFill>
        </p:spPr>
        <p:txBody>
          <a:bodyPr lIns="252000" tIns="252000" rIns="252000" bIns="252000" anchor="b" anchorCtr="0">
            <a:noAutofit/>
          </a:bodyPr>
          <a:lstStyle>
            <a:lvl1pPr>
              <a:lnSpc>
                <a:spcPct val="90000"/>
              </a:lnSpc>
              <a:spcAft>
                <a:spcPts val="0"/>
              </a:spcAft>
              <a:defRPr sz="3600" b="1" cap="all" baseline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600"/>
              </a:spcBef>
              <a:spcAft>
                <a:spcPts val="0"/>
              </a:spcAft>
              <a:buNone/>
              <a:defRPr sz="2000" b="1" cap="all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 dirty="0" err="1"/>
              <a:t>Textmasterformat</a:t>
            </a:r>
            <a:br>
              <a:rPr lang="en-US" noProof="0" dirty="0"/>
            </a:br>
            <a:r>
              <a:rPr lang="en-US" noProof="0" dirty="0" err="1"/>
              <a:t>bearbeiten</a:t>
            </a:r>
            <a:endParaRPr lang="en-US" noProof="0" dirty="0"/>
          </a:p>
          <a:p>
            <a:pPr lvl="1"/>
            <a:r>
              <a:rPr lang="en-US" noProof="0" dirty="0" err="1"/>
              <a:t>Zweite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</p:txBody>
      </p:sp>
      <p:sp>
        <p:nvSpPr>
          <p:cNvPr id="9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1080000" y="2700000"/>
            <a:ext cx="5040000" cy="609737"/>
          </a:xfrm>
          <a:solidFill>
            <a:srgbClr val="9D9D9D"/>
          </a:solidFill>
        </p:spPr>
        <p:txBody>
          <a:bodyPr lIns="252000" tIns="180000" rIns="180000" bIns="180000" anchor="t" anchorCtr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cap="all" baseline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600"/>
              </a:spcBef>
              <a:spcAft>
                <a:spcPts val="0"/>
              </a:spcAft>
              <a:buNone/>
              <a:defRPr sz="1600" b="0" cap="none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altLang="ja-JP" noProof="0"/>
              <a:t>Click to edit Master text styles</a:t>
            </a:r>
          </a:p>
        </p:txBody>
      </p:sp>
      <p:pic>
        <p:nvPicPr>
          <p:cNvPr id="5" name="Bild 4" descr="Badge_grey.png" hidden="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4432" y="0"/>
            <a:ext cx="1419800" cy="1275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1772459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 userDrawn="1"/>
        </p:nvSpPr>
        <p:spPr>
          <a:xfrm>
            <a:off x="468000" y="0"/>
            <a:ext cx="11253600" cy="615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1080000" y="-1"/>
            <a:ext cx="5040000" cy="2592000"/>
          </a:xfrm>
          <a:solidFill>
            <a:schemeClr val="tx2"/>
          </a:solidFill>
        </p:spPr>
        <p:txBody>
          <a:bodyPr lIns="252000" tIns="252000" rIns="180000" bIns="252000" anchor="b" anchorCtr="0">
            <a:noAutofit/>
          </a:bodyPr>
          <a:lstStyle>
            <a:lvl1pPr>
              <a:lnSpc>
                <a:spcPct val="90000"/>
              </a:lnSpc>
              <a:spcAft>
                <a:spcPts val="0"/>
              </a:spcAft>
              <a:defRPr sz="3600" b="1" cap="all" baseline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600"/>
              </a:spcBef>
              <a:spcAft>
                <a:spcPts val="0"/>
              </a:spcAft>
              <a:buNone/>
              <a:defRPr sz="2000" b="1" cap="all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 dirty="0" err="1"/>
              <a:t>Textmasterformat</a:t>
            </a:r>
            <a:br>
              <a:rPr lang="en-US" noProof="0" dirty="0"/>
            </a:br>
            <a:r>
              <a:rPr lang="en-US" noProof="0" dirty="0" err="1"/>
              <a:t>bearbeiten</a:t>
            </a:r>
            <a:endParaRPr lang="en-US" noProof="0" dirty="0"/>
          </a:p>
          <a:p>
            <a:pPr lvl="1"/>
            <a:r>
              <a:rPr lang="en-US" noProof="0" dirty="0" err="1"/>
              <a:t>Zweite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</p:txBody>
      </p:sp>
      <p:sp>
        <p:nvSpPr>
          <p:cNvPr id="9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1080000" y="2700000"/>
            <a:ext cx="5040000" cy="609737"/>
          </a:xfrm>
          <a:solidFill>
            <a:schemeClr val="bg1"/>
          </a:solidFill>
        </p:spPr>
        <p:txBody>
          <a:bodyPr lIns="252000" tIns="180000" rIns="180000" bIns="180000" anchor="t" anchorCtr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cap="all" baseline="0">
                <a:solidFill>
                  <a:schemeClr val="accent1"/>
                </a:solidFill>
                <a:latin typeface="+mj-lt"/>
              </a:defRPr>
            </a:lvl1pPr>
            <a:lvl2pPr marL="0" indent="0">
              <a:spcBef>
                <a:spcPts val="600"/>
              </a:spcBef>
              <a:spcAft>
                <a:spcPts val="0"/>
              </a:spcAft>
              <a:buNone/>
              <a:defRPr sz="1600" b="0" cap="none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altLang="ja-JP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65875010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7999" y="597227"/>
            <a:ext cx="11244575" cy="455509"/>
          </a:xfrm>
        </p:spPr>
        <p:txBody>
          <a:bodyPr/>
          <a:lstStyle/>
          <a:p>
            <a:r>
              <a:rPr lang="en-US" altLang="ja-JP" noProof="0"/>
              <a:t>Click to edit Master title style</a:t>
            </a:r>
            <a:endParaRPr lang="ja-JP" altLang="en-US" noProof="0" dirty="0"/>
          </a:p>
        </p:txBody>
      </p:sp>
      <p:sp>
        <p:nvSpPr>
          <p:cNvPr id="4" name="Inhaltsplatzhalter 2"/>
          <p:cNvSpPr>
            <a:spLocks noGrp="1"/>
          </p:cNvSpPr>
          <p:nvPr>
            <p:ph idx="1"/>
          </p:nvPr>
        </p:nvSpPr>
        <p:spPr>
          <a:xfrm>
            <a:off x="468000" y="1424991"/>
            <a:ext cx="11244574" cy="283153"/>
          </a:xfrm>
          <a:ln>
            <a:noFill/>
          </a:ln>
        </p:spPr>
        <p:txBody>
          <a:bodyPr wrap="square">
            <a:spAutoFit/>
          </a:bodyPr>
          <a:lstStyle>
            <a:lvl1pPr marL="177800" indent="-177800">
              <a:spcAft>
                <a:spcPts val="18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tabLst>
                <a:tab pos="7177088" algn="r"/>
              </a:tabLst>
              <a:defRPr sz="1600"/>
            </a:lvl1pPr>
          </a:lstStyle>
          <a:p>
            <a:pPr lvl="0"/>
            <a:r>
              <a:rPr lang="en-US" altLang="ja-JP" noProof="0"/>
              <a:t>Click to edit Master text styles</a:t>
            </a:r>
          </a:p>
        </p:txBody>
      </p:sp>
      <p:cxnSp>
        <p:nvCxnSpPr>
          <p:cNvPr id="6" name="Gerade Verbindung 4">
            <a:extLst>
              <a:ext uri="{FF2B5EF4-FFF2-40B4-BE49-F238E27FC236}">
                <a16:creationId xmlns:a16="http://schemas.microsoft.com/office/drawing/2014/main" id="{57979797-8531-40C9-AA25-B52E6916CE05}"/>
              </a:ext>
            </a:extLst>
          </p:cNvPr>
          <p:cNvCxnSpPr/>
          <p:nvPr userDrawn="1"/>
        </p:nvCxnSpPr>
        <p:spPr>
          <a:xfrm>
            <a:off x="468000" y="1136991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CA12777-30D4-4D1C-8DE6-98573AE3C7ED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 dirty="0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 dirty="0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774000497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7999" y="597227"/>
            <a:ext cx="11244575" cy="455509"/>
          </a:xfrm>
        </p:spPr>
        <p:txBody>
          <a:bodyPr/>
          <a:lstStyle/>
          <a:p>
            <a:r>
              <a:rPr lang="en-US" altLang="ja-JP" noProof="0"/>
              <a:t>Click to edit Master title style</a:t>
            </a:r>
            <a:endParaRPr lang="ja-JP" altLang="en-US" noProof="0" dirty="0"/>
          </a:p>
        </p:txBody>
      </p:sp>
      <p:sp>
        <p:nvSpPr>
          <p:cNvPr id="4" name="Inhaltsplatzhalter 2"/>
          <p:cNvSpPr>
            <a:spLocks noGrp="1"/>
          </p:cNvSpPr>
          <p:nvPr>
            <p:ph idx="1"/>
          </p:nvPr>
        </p:nvSpPr>
        <p:spPr>
          <a:xfrm>
            <a:off x="468000" y="1424991"/>
            <a:ext cx="11244574" cy="1887696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defRPr sz="1600"/>
            </a:lvl1pPr>
            <a:lvl2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defRPr sz="1600"/>
            </a:lvl2pPr>
            <a:lvl3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defRPr sz="1600"/>
            </a:lvl3pPr>
            <a:lvl4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defRPr sz="1600"/>
            </a:lvl4pPr>
            <a:lvl5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defRPr sz="1600"/>
            </a:lvl5pPr>
          </a:lstStyle>
          <a:p>
            <a:pPr lvl="0"/>
            <a:r>
              <a:rPr lang="en-US" altLang="ja-JP" noProof="0"/>
              <a:t>Click to edit Master text styles</a:t>
            </a:r>
          </a:p>
          <a:p>
            <a:pPr lvl="1"/>
            <a:r>
              <a:rPr lang="en-US" altLang="ja-JP" noProof="0"/>
              <a:t>Second level</a:t>
            </a:r>
          </a:p>
          <a:p>
            <a:pPr lvl="2"/>
            <a:r>
              <a:rPr lang="en-US" altLang="ja-JP" noProof="0"/>
              <a:t>Third level</a:t>
            </a:r>
          </a:p>
          <a:p>
            <a:pPr lvl="3"/>
            <a:r>
              <a:rPr lang="en-US" altLang="ja-JP" noProof="0"/>
              <a:t>Fourth level</a:t>
            </a:r>
          </a:p>
          <a:p>
            <a:pPr lvl="4"/>
            <a:r>
              <a:rPr lang="en-US" altLang="ja-JP" noProof="0"/>
              <a:t>Fifth level</a:t>
            </a:r>
            <a:endParaRPr lang="en-US" noProof="0" dirty="0"/>
          </a:p>
        </p:txBody>
      </p:sp>
      <p:cxnSp>
        <p:nvCxnSpPr>
          <p:cNvPr id="6" name="Gerade Verbindung 4">
            <a:extLst>
              <a:ext uri="{FF2B5EF4-FFF2-40B4-BE49-F238E27FC236}">
                <a16:creationId xmlns:a16="http://schemas.microsoft.com/office/drawing/2014/main" id="{A15355D3-CEB8-489E-88A7-11B56E874514}"/>
              </a:ext>
            </a:extLst>
          </p:cNvPr>
          <p:cNvCxnSpPr/>
          <p:nvPr userDrawn="1"/>
        </p:nvCxnSpPr>
        <p:spPr>
          <a:xfrm>
            <a:off x="468000" y="1136991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28D4BE4-8D41-47B8-82B8-4716B88FC765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 dirty="0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 dirty="0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580911020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+ Text 2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7999" y="597227"/>
            <a:ext cx="11244575" cy="455509"/>
          </a:xfrm>
        </p:spPr>
        <p:txBody>
          <a:bodyPr/>
          <a:lstStyle/>
          <a:p>
            <a:r>
              <a:rPr lang="en-US" altLang="ja-JP" noProof="0"/>
              <a:t>Click to edit Master title style</a:t>
            </a:r>
            <a:endParaRPr lang="ja-JP" altLang="en-US" noProof="0" dirty="0"/>
          </a:p>
        </p:txBody>
      </p:sp>
      <p:sp>
        <p:nvSpPr>
          <p:cNvPr id="13" name="Textplatzhalter 4"/>
          <p:cNvSpPr>
            <a:spLocks noGrp="1"/>
          </p:cNvSpPr>
          <p:nvPr>
            <p:ph type="body" sz="quarter" idx="14"/>
          </p:nvPr>
        </p:nvSpPr>
        <p:spPr>
          <a:xfrm>
            <a:off x="467999" y="1424991"/>
            <a:ext cx="5436506" cy="1887696"/>
          </a:xfrm>
        </p:spPr>
        <p:txBody>
          <a:bodyPr wrap="square">
            <a:spAutoFit/>
          </a:bodyPr>
          <a:lstStyle/>
          <a:p>
            <a:pPr lvl="0"/>
            <a:r>
              <a:rPr lang="en-US" altLang="ja-JP" noProof="0"/>
              <a:t>Click to edit Master text styles</a:t>
            </a:r>
          </a:p>
          <a:p>
            <a:pPr lvl="1"/>
            <a:r>
              <a:rPr lang="en-US" altLang="ja-JP" noProof="0"/>
              <a:t>Second level</a:t>
            </a:r>
          </a:p>
          <a:p>
            <a:pPr lvl="2"/>
            <a:r>
              <a:rPr lang="en-US" altLang="ja-JP" noProof="0"/>
              <a:t>Third level</a:t>
            </a:r>
          </a:p>
          <a:p>
            <a:pPr lvl="3"/>
            <a:r>
              <a:rPr lang="en-US" altLang="ja-JP" noProof="0"/>
              <a:t>Fourth level</a:t>
            </a:r>
          </a:p>
          <a:p>
            <a:pPr lvl="4"/>
            <a:r>
              <a:rPr lang="en-US" altLang="ja-JP" noProof="0"/>
              <a:t>Fifth level</a:t>
            </a:r>
            <a:endParaRPr lang="en-US" noProof="0" dirty="0"/>
          </a:p>
        </p:txBody>
      </p:sp>
      <p:sp>
        <p:nvSpPr>
          <p:cNvPr id="14" name="Textplatzhalter 4"/>
          <p:cNvSpPr>
            <a:spLocks noGrp="1"/>
          </p:cNvSpPr>
          <p:nvPr>
            <p:ph type="body" sz="quarter" idx="15"/>
          </p:nvPr>
        </p:nvSpPr>
        <p:spPr>
          <a:xfrm>
            <a:off x="6276068" y="1424991"/>
            <a:ext cx="5436506" cy="1887696"/>
          </a:xfrm>
        </p:spPr>
        <p:txBody>
          <a:bodyPr wrap="square">
            <a:spAutoFit/>
          </a:bodyPr>
          <a:lstStyle/>
          <a:p>
            <a:pPr lvl="0"/>
            <a:r>
              <a:rPr lang="en-US" altLang="ja-JP" noProof="0"/>
              <a:t>Click to edit Master text styles</a:t>
            </a:r>
          </a:p>
          <a:p>
            <a:pPr lvl="1"/>
            <a:r>
              <a:rPr lang="en-US" altLang="ja-JP" noProof="0"/>
              <a:t>Second level</a:t>
            </a:r>
          </a:p>
          <a:p>
            <a:pPr lvl="2"/>
            <a:r>
              <a:rPr lang="en-US" altLang="ja-JP" noProof="0"/>
              <a:t>Third level</a:t>
            </a:r>
          </a:p>
          <a:p>
            <a:pPr lvl="3"/>
            <a:r>
              <a:rPr lang="en-US" altLang="ja-JP" noProof="0"/>
              <a:t>Fourth level</a:t>
            </a:r>
          </a:p>
          <a:p>
            <a:pPr lvl="4"/>
            <a:r>
              <a:rPr lang="en-US" altLang="ja-JP" noProof="0"/>
              <a:t>Fifth level</a:t>
            </a:r>
            <a:endParaRPr lang="en-US" noProof="0" dirty="0"/>
          </a:p>
        </p:txBody>
      </p:sp>
      <p:cxnSp>
        <p:nvCxnSpPr>
          <p:cNvPr id="7" name="Gerade Verbindung 4">
            <a:extLst>
              <a:ext uri="{FF2B5EF4-FFF2-40B4-BE49-F238E27FC236}">
                <a16:creationId xmlns:a16="http://schemas.microsoft.com/office/drawing/2014/main" id="{BE3FFBE7-B0B8-40F2-A1F7-6933ED5360BE}"/>
              </a:ext>
            </a:extLst>
          </p:cNvPr>
          <p:cNvCxnSpPr/>
          <p:nvPr userDrawn="1"/>
        </p:nvCxnSpPr>
        <p:spPr>
          <a:xfrm>
            <a:off x="468000" y="1136991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5EAF2150-6F57-40CA-BDAB-D10D46B6BCF5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 dirty="0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 dirty="0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490396313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Text +1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7999" y="597227"/>
            <a:ext cx="11244575" cy="455509"/>
          </a:xfrm>
        </p:spPr>
        <p:txBody>
          <a:bodyPr/>
          <a:lstStyle/>
          <a:p>
            <a:r>
              <a:rPr lang="en-US" altLang="ja-JP" noProof="0"/>
              <a:t>Click to edit Master title style</a:t>
            </a:r>
            <a:endParaRPr lang="ja-JP" altLang="en-US" noProof="0" dirty="0"/>
          </a:p>
        </p:txBody>
      </p:sp>
      <p:sp>
        <p:nvSpPr>
          <p:cNvPr id="13" name="Textplatzhalter 4"/>
          <p:cNvSpPr>
            <a:spLocks noGrp="1"/>
          </p:cNvSpPr>
          <p:nvPr>
            <p:ph type="body" sz="quarter" idx="14"/>
          </p:nvPr>
        </p:nvSpPr>
        <p:spPr>
          <a:xfrm>
            <a:off x="467999" y="1424991"/>
            <a:ext cx="5424002" cy="1887696"/>
          </a:xfrm>
        </p:spPr>
        <p:txBody>
          <a:bodyPr wrap="square">
            <a:spAutoFit/>
          </a:bodyPr>
          <a:lstStyle/>
          <a:p>
            <a:pPr lvl="0"/>
            <a:r>
              <a:rPr lang="en-US" altLang="ja-JP" noProof="0"/>
              <a:t>Click to edit Master text styles</a:t>
            </a:r>
          </a:p>
          <a:p>
            <a:pPr lvl="1"/>
            <a:r>
              <a:rPr lang="en-US" altLang="ja-JP" noProof="0"/>
              <a:t>Second level</a:t>
            </a:r>
          </a:p>
          <a:p>
            <a:pPr lvl="2"/>
            <a:r>
              <a:rPr lang="en-US" altLang="ja-JP" noProof="0"/>
              <a:t>Third level</a:t>
            </a:r>
          </a:p>
          <a:p>
            <a:pPr lvl="3"/>
            <a:r>
              <a:rPr lang="en-US" altLang="ja-JP" noProof="0"/>
              <a:t>Fourth level</a:t>
            </a:r>
          </a:p>
          <a:p>
            <a:pPr lvl="4"/>
            <a:r>
              <a:rPr lang="en-US" altLang="ja-JP" noProof="0"/>
              <a:t>Fifth level</a:t>
            </a:r>
            <a:endParaRPr lang="en-US" noProof="0" dirty="0"/>
          </a:p>
        </p:txBody>
      </p:sp>
      <p:sp>
        <p:nvSpPr>
          <p:cNvPr id="15" name="Bildplatzhalter 3"/>
          <p:cNvSpPr>
            <a:spLocks noGrp="1"/>
          </p:cNvSpPr>
          <p:nvPr>
            <p:ph type="pic" sz="quarter" idx="15"/>
          </p:nvPr>
        </p:nvSpPr>
        <p:spPr>
          <a:xfrm>
            <a:off x="6300000" y="1424991"/>
            <a:ext cx="5400000" cy="4248000"/>
          </a:xfrm>
          <a:ln w="6350">
            <a:noFill/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/>
              <a:t>Click icon to add picture</a:t>
            </a:r>
            <a:endParaRPr lang="en-US" dirty="0"/>
          </a:p>
        </p:txBody>
      </p:sp>
      <p:cxnSp>
        <p:nvCxnSpPr>
          <p:cNvPr id="7" name="Gerade Verbindung 4">
            <a:extLst>
              <a:ext uri="{FF2B5EF4-FFF2-40B4-BE49-F238E27FC236}">
                <a16:creationId xmlns:a16="http://schemas.microsoft.com/office/drawing/2014/main" id="{A82DFE47-0884-463E-8FD8-434DEC37F45F}"/>
              </a:ext>
            </a:extLst>
          </p:cNvPr>
          <p:cNvCxnSpPr/>
          <p:nvPr userDrawn="1"/>
        </p:nvCxnSpPr>
        <p:spPr>
          <a:xfrm>
            <a:off x="468000" y="1136991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C55447A-6505-45C3-AE39-4AE7D090C022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 dirty="0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 dirty="0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23624078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Text + 4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7999" y="597227"/>
            <a:ext cx="11244575" cy="455509"/>
          </a:xfrm>
        </p:spPr>
        <p:txBody>
          <a:bodyPr/>
          <a:lstStyle/>
          <a:p>
            <a:r>
              <a:rPr lang="en-US" altLang="ja-JP" noProof="0"/>
              <a:t>Click to edit Master title style</a:t>
            </a:r>
            <a:endParaRPr lang="ja-JP" altLang="en-US" noProof="0" dirty="0"/>
          </a:p>
        </p:txBody>
      </p:sp>
      <p:sp>
        <p:nvSpPr>
          <p:cNvPr id="13" name="Textplatzhalter 4"/>
          <p:cNvSpPr>
            <a:spLocks noGrp="1"/>
          </p:cNvSpPr>
          <p:nvPr>
            <p:ph type="body" sz="quarter" idx="14"/>
          </p:nvPr>
        </p:nvSpPr>
        <p:spPr>
          <a:xfrm>
            <a:off x="467999" y="1424991"/>
            <a:ext cx="5424002" cy="1887696"/>
          </a:xfrm>
        </p:spPr>
        <p:txBody>
          <a:bodyPr wrap="square">
            <a:spAutoFit/>
          </a:bodyPr>
          <a:lstStyle/>
          <a:p>
            <a:pPr lvl="0"/>
            <a:r>
              <a:rPr lang="en-US" altLang="ja-JP" noProof="0"/>
              <a:t>Click to edit Master text styles</a:t>
            </a:r>
          </a:p>
          <a:p>
            <a:pPr lvl="1"/>
            <a:r>
              <a:rPr lang="en-US" altLang="ja-JP" noProof="0"/>
              <a:t>Second level</a:t>
            </a:r>
          </a:p>
          <a:p>
            <a:pPr lvl="2"/>
            <a:r>
              <a:rPr lang="en-US" altLang="ja-JP" noProof="0"/>
              <a:t>Third level</a:t>
            </a:r>
          </a:p>
          <a:p>
            <a:pPr lvl="3"/>
            <a:r>
              <a:rPr lang="en-US" altLang="ja-JP" noProof="0"/>
              <a:t>Fourth level</a:t>
            </a:r>
          </a:p>
          <a:p>
            <a:pPr lvl="4"/>
            <a:r>
              <a:rPr lang="en-US" altLang="ja-JP" noProof="0"/>
              <a:t>Fifth level</a:t>
            </a:r>
            <a:endParaRPr lang="en-US" noProof="0" dirty="0"/>
          </a:p>
        </p:txBody>
      </p:sp>
      <p:sp>
        <p:nvSpPr>
          <p:cNvPr id="14" name="Bildplatzhalter 3"/>
          <p:cNvSpPr>
            <a:spLocks noGrp="1"/>
          </p:cNvSpPr>
          <p:nvPr>
            <p:ph type="pic" sz="quarter" idx="15"/>
          </p:nvPr>
        </p:nvSpPr>
        <p:spPr>
          <a:xfrm>
            <a:off x="6300000" y="1424991"/>
            <a:ext cx="2628000" cy="1980000"/>
          </a:xfrm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/>
              <a:t>Click icon to add picture</a:t>
            </a:r>
            <a:endParaRPr lang="en-US" dirty="0"/>
          </a:p>
        </p:txBody>
      </p:sp>
      <p:sp>
        <p:nvSpPr>
          <p:cNvPr id="16" name="Bildplatzhalter 3"/>
          <p:cNvSpPr>
            <a:spLocks noGrp="1"/>
          </p:cNvSpPr>
          <p:nvPr>
            <p:ph type="pic" sz="quarter" idx="16"/>
          </p:nvPr>
        </p:nvSpPr>
        <p:spPr>
          <a:xfrm>
            <a:off x="9072352" y="1424991"/>
            <a:ext cx="2628000" cy="1980000"/>
          </a:xfrm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/>
              <a:t>Click icon to add picture</a:t>
            </a:r>
            <a:endParaRPr lang="en-US" dirty="0"/>
          </a:p>
        </p:txBody>
      </p:sp>
      <p:sp>
        <p:nvSpPr>
          <p:cNvPr id="17" name="Bildplatzhalter 3"/>
          <p:cNvSpPr>
            <a:spLocks noGrp="1"/>
          </p:cNvSpPr>
          <p:nvPr>
            <p:ph type="pic" sz="quarter" idx="17"/>
          </p:nvPr>
        </p:nvSpPr>
        <p:spPr>
          <a:xfrm>
            <a:off x="6300000" y="3548991"/>
            <a:ext cx="2628000" cy="1980000"/>
          </a:xfrm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/>
              <a:t>Click icon to add picture</a:t>
            </a:r>
            <a:endParaRPr lang="en-US" dirty="0"/>
          </a:p>
        </p:txBody>
      </p:sp>
      <p:sp>
        <p:nvSpPr>
          <p:cNvPr id="18" name="Bildplatzhalter 3"/>
          <p:cNvSpPr>
            <a:spLocks noGrp="1"/>
          </p:cNvSpPr>
          <p:nvPr>
            <p:ph type="pic" sz="quarter" idx="18"/>
          </p:nvPr>
        </p:nvSpPr>
        <p:spPr>
          <a:xfrm>
            <a:off x="9072352" y="3548991"/>
            <a:ext cx="2628000" cy="1980000"/>
          </a:xfrm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/>
              <a:t>Click icon to add picture</a:t>
            </a:r>
            <a:endParaRPr lang="en-US" dirty="0"/>
          </a:p>
        </p:txBody>
      </p:sp>
      <p:cxnSp>
        <p:nvCxnSpPr>
          <p:cNvPr id="10" name="Gerade Verbindung 4">
            <a:extLst>
              <a:ext uri="{FF2B5EF4-FFF2-40B4-BE49-F238E27FC236}">
                <a16:creationId xmlns:a16="http://schemas.microsoft.com/office/drawing/2014/main" id="{B76D4DD0-4EDD-4DFD-9117-94AB0DE11A6B}"/>
              </a:ext>
            </a:extLst>
          </p:cNvPr>
          <p:cNvCxnSpPr/>
          <p:nvPr userDrawn="1"/>
        </p:nvCxnSpPr>
        <p:spPr>
          <a:xfrm>
            <a:off x="468000" y="1136991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5C2371FC-0F29-480A-B969-A89E454B9A4D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 dirty="0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 dirty="0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403302779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+ Picture larg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8000" y="597227"/>
            <a:ext cx="11232000" cy="455509"/>
          </a:xfrm>
        </p:spPr>
        <p:txBody>
          <a:bodyPr/>
          <a:lstStyle/>
          <a:p>
            <a:r>
              <a:rPr lang="en-US" altLang="ja-JP" noProof="0"/>
              <a:t>Click to edit Master title style</a:t>
            </a:r>
            <a:endParaRPr lang="ja-JP" altLang="en-US" noProof="0" dirty="0"/>
          </a:p>
        </p:txBody>
      </p:sp>
      <p:sp>
        <p:nvSpPr>
          <p:cNvPr id="19" name="Textplatzhalter 6"/>
          <p:cNvSpPr>
            <a:spLocks noGrp="1"/>
          </p:cNvSpPr>
          <p:nvPr>
            <p:ph type="body" sz="quarter" idx="17"/>
          </p:nvPr>
        </p:nvSpPr>
        <p:spPr>
          <a:xfrm>
            <a:off x="9972000" y="1964991"/>
            <a:ext cx="1728000" cy="123931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ja-JP" noProof="0"/>
              <a:t>Click to edit Master text styles</a:t>
            </a:r>
          </a:p>
          <a:p>
            <a:pPr lvl="1"/>
            <a:r>
              <a:rPr lang="en-US" altLang="ja-JP" noProof="0"/>
              <a:t>Second level</a:t>
            </a:r>
          </a:p>
          <a:p>
            <a:pPr lvl="2"/>
            <a:r>
              <a:rPr lang="en-US" altLang="ja-JP" noProof="0"/>
              <a:t>Third level</a:t>
            </a:r>
          </a:p>
        </p:txBody>
      </p:sp>
      <p:sp>
        <p:nvSpPr>
          <p:cNvPr id="20" name="Bildplatzhalter 8"/>
          <p:cNvSpPr>
            <a:spLocks noGrp="1"/>
          </p:cNvSpPr>
          <p:nvPr>
            <p:ph type="pic" sz="quarter" idx="18"/>
          </p:nvPr>
        </p:nvSpPr>
        <p:spPr>
          <a:xfrm>
            <a:off x="468000" y="1424991"/>
            <a:ext cx="8712000" cy="4248000"/>
          </a:xfrm>
        </p:spPr>
        <p:txBody>
          <a:bodyPr lIns="144000" tIns="144000">
            <a:noAutofit/>
          </a:bodyPr>
          <a:lstStyle>
            <a:lvl1pPr>
              <a:defRPr sz="1000"/>
            </a:lvl1pPr>
          </a:lstStyle>
          <a:p>
            <a:r>
              <a:rPr lang="en-US" altLang="ja-JP"/>
              <a:t>Click icon to add picture</a:t>
            </a:r>
            <a:endParaRPr lang="en-US" dirty="0"/>
          </a:p>
        </p:txBody>
      </p:sp>
      <p:cxnSp>
        <p:nvCxnSpPr>
          <p:cNvPr id="7" name="Gerade Verbindung 4">
            <a:extLst>
              <a:ext uri="{FF2B5EF4-FFF2-40B4-BE49-F238E27FC236}">
                <a16:creationId xmlns:a16="http://schemas.microsoft.com/office/drawing/2014/main" id="{CE41CD3C-03A4-4769-A3DC-5D30FCB02D61}"/>
              </a:ext>
            </a:extLst>
          </p:cNvPr>
          <p:cNvCxnSpPr/>
          <p:nvPr userDrawn="1"/>
        </p:nvCxnSpPr>
        <p:spPr>
          <a:xfrm>
            <a:off x="468000" y="1136991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F491FE76-0178-4C83-9226-A156A31B3252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 dirty="0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 dirty="0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206880443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Text +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7999" y="597227"/>
            <a:ext cx="11244575" cy="455509"/>
          </a:xfrm>
        </p:spPr>
        <p:txBody>
          <a:bodyPr/>
          <a:lstStyle/>
          <a:p>
            <a:r>
              <a:rPr lang="en-US" altLang="ja-JP" noProof="0"/>
              <a:t>Click to edit Master title style</a:t>
            </a:r>
            <a:endParaRPr lang="ja-JP" altLang="en-US" noProof="0" dirty="0"/>
          </a:p>
        </p:txBody>
      </p:sp>
      <p:sp>
        <p:nvSpPr>
          <p:cNvPr id="24" name="Diagrammplatzhalter 8"/>
          <p:cNvSpPr>
            <a:spLocks noGrp="1"/>
          </p:cNvSpPr>
          <p:nvPr>
            <p:ph type="chart" sz="quarter" idx="17"/>
          </p:nvPr>
        </p:nvSpPr>
        <p:spPr>
          <a:xfrm>
            <a:off x="6480000" y="1316991"/>
            <a:ext cx="5220000" cy="4248000"/>
          </a:xfrm>
          <a:noFill/>
        </p:spPr>
        <p:txBody>
          <a:bodyPr lIns="144000" tIns="144000" rIns="144000" bIns="144000">
            <a:noAutofit/>
          </a:bodyPr>
          <a:lstStyle/>
          <a:p>
            <a:r>
              <a:rPr lang="en-US" altLang="ja-JP"/>
              <a:t>Click icon to add chart</a:t>
            </a:r>
            <a:endParaRPr lang="en-US" dirty="0"/>
          </a:p>
        </p:txBody>
      </p:sp>
      <p:sp>
        <p:nvSpPr>
          <p:cNvPr id="7" name="Textplatzhalter 4"/>
          <p:cNvSpPr>
            <a:spLocks noGrp="1"/>
          </p:cNvSpPr>
          <p:nvPr>
            <p:ph type="body" sz="quarter" idx="14"/>
          </p:nvPr>
        </p:nvSpPr>
        <p:spPr>
          <a:xfrm>
            <a:off x="467998" y="1424991"/>
            <a:ext cx="5417647" cy="1887696"/>
          </a:xfrm>
        </p:spPr>
        <p:txBody>
          <a:bodyPr wrap="square">
            <a:spAutoFit/>
          </a:bodyPr>
          <a:lstStyle/>
          <a:p>
            <a:pPr lvl="0"/>
            <a:r>
              <a:rPr lang="en-US" altLang="ja-JP" noProof="0"/>
              <a:t>Click to edit Master text styles</a:t>
            </a:r>
          </a:p>
          <a:p>
            <a:pPr lvl="1"/>
            <a:r>
              <a:rPr lang="en-US" altLang="ja-JP" noProof="0"/>
              <a:t>Second level</a:t>
            </a:r>
          </a:p>
          <a:p>
            <a:pPr lvl="2"/>
            <a:r>
              <a:rPr lang="en-US" altLang="ja-JP" noProof="0"/>
              <a:t>Third level</a:t>
            </a:r>
          </a:p>
          <a:p>
            <a:pPr lvl="3"/>
            <a:r>
              <a:rPr lang="en-US" altLang="ja-JP" noProof="0"/>
              <a:t>Fourth level</a:t>
            </a:r>
          </a:p>
          <a:p>
            <a:pPr lvl="4"/>
            <a:r>
              <a:rPr lang="en-US" altLang="ja-JP" noProof="0"/>
              <a:t>Fifth level</a:t>
            </a:r>
            <a:endParaRPr lang="en-US" noProof="0" dirty="0"/>
          </a:p>
        </p:txBody>
      </p:sp>
      <p:cxnSp>
        <p:nvCxnSpPr>
          <p:cNvPr id="8" name="Gerade Verbindung 4">
            <a:extLst>
              <a:ext uri="{FF2B5EF4-FFF2-40B4-BE49-F238E27FC236}">
                <a16:creationId xmlns:a16="http://schemas.microsoft.com/office/drawing/2014/main" id="{48124AEF-254D-4661-97A8-FC2C4E7C939F}"/>
              </a:ext>
            </a:extLst>
          </p:cNvPr>
          <p:cNvCxnSpPr/>
          <p:nvPr userDrawn="1"/>
        </p:nvCxnSpPr>
        <p:spPr>
          <a:xfrm>
            <a:off x="468000" y="1136991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3DBF616-3B50-4D44-BED7-0BF75E4E5F14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 dirty="0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 dirty="0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344953325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+ 2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7999" y="597227"/>
            <a:ext cx="11244575" cy="455509"/>
          </a:xfrm>
        </p:spPr>
        <p:txBody>
          <a:bodyPr/>
          <a:lstStyle/>
          <a:p>
            <a:r>
              <a:rPr lang="en-US" altLang="ja-JP" noProof="0"/>
              <a:t>Click to edit Master title style</a:t>
            </a:r>
            <a:endParaRPr lang="ja-JP" altLang="en-US" noProof="0" dirty="0"/>
          </a:p>
        </p:txBody>
      </p:sp>
      <p:sp>
        <p:nvSpPr>
          <p:cNvPr id="23" name="Diagrammplatzhalter 8"/>
          <p:cNvSpPr>
            <a:spLocks noGrp="1"/>
          </p:cNvSpPr>
          <p:nvPr>
            <p:ph type="chart" sz="quarter" idx="16"/>
          </p:nvPr>
        </p:nvSpPr>
        <p:spPr>
          <a:xfrm>
            <a:off x="467999" y="1316991"/>
            <a:ext cx="5460584" cy="4248000"/>
          </a:xfrm>
          <a:noFill/>
        </p:spPr>
        <p:txBody>
          <a:bodyPr lIns="144000" tIns="144000" rIns="144000" bIns="144000">
            <a:noAutofit/>
          </a:bodyPr>
          <a:lstStyle/>
          <a:p>
            <a:r>
              <a:rPr lang="en-US" altLang="ja-JP"/>
              <a:t>Click icon to add chart</a:t>
            </a:r>
            <a:endParaRPr lang="en-US" dirty="0"/>
          </a:p>
        </p:txBody>
      </p:sp>
      <p:sp>
        <p:nvSpPr>
          <p:cNvPr id="24" name="Diagrammplatzhalter 8"/>
          <p:cNvSpPr>
            <a:spLocks noGrp="1"/>
          </p:cNvSpPr>
          <p:nvPr>
            <p:ph type="chart" sz="quarter" idx="17"/>
          </p:nvPr>
        </p:nvSpPr>
        <p:spPr>
          <a:xfrm>
            <a:off x="6239416" y="1316991"/>
            <a:ext cx="5460584" cy="4248000"/>
          </a:xfrm>
          <a:noFill/>
        </p:spPr>
        <p:txBody>
          <a:bodyPr lIns="144000" tIns="144000" rIns="144000" bIns="144000">
            <a:noAutofit/>
          </a:bodyPr>
          <a:lstStyle/>
          <a:p>
            <a:r>
              <a:rPr lang="en-US" altLang="ja-JP"/>
              <a:t>Click icon to add chart</a:t>
            </a:r>
            <a:endParaRPr lang="en-US" dirty="0"/>
          </a:p>
        </p:txBody>
      </p:sp>
      <p:cxnSp>
        <p:nvCxnSpPr>
          <p:cNvPr id="7" name="Gerade Verbindung 4">
            <a:extLst>
              <a:ext uri="{FF2B5EF4-FFF2-40B4-BE49-F238E27FC236}">
                <a16:creationId xmlns:a16="http://schemas.microsoft.com/office/drawing/2014/main" id="{2BAE940A-B6B2-4062-A10D-8E38DBE86AC8}"/>
              </a:ext>
            </a:extLst>
          </p:cNvPr>
          <p:cNvCxnSpPr/>
          <p:nvPr userDrawn="1"/>
        </p:nvCxnSpPr>
        <p:spPr>
          <a:xfrm>
            <a:off x="468000" y="1136991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2AE69775-672D-4AA3-8EDA-94057BEF41E6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 dirty="0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 dirty="0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173291707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hart larg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8000" y="597227"/>
            <a:ext cx="11232000" cy="455509"/>
          </a:xfrm>
        </p:spPr>
        <p:txBody>
          <a:bodyPr/>
          <a:lstStyle/>
          <a:p>
            <a:r>
              <a:rPr lang="en-US" altLang="ja-JP" noProof="0"/>
              <a:t>Click to edit Master title style</a:t>
            </a:r>
            <a:endParaRPr lang="ja-JP" altLang="en-US" noProof="0" dirty="0"/>
          </a:p>
        </p:txBody>
      </p:sp>
      <p:sp>
        <p:nvSpPr>
          <p:cNvPr id="19" name="Diagrammplatzhalter 8"/>
          <p:cNvSpPr>
            <a:spLocks noGrp="1"/>
          </p:cNvSpPr>
          <p:nvPr>
            <p:ph type="chart" sz="quarter" idx="16"/>
          </p:nvPr>
        </p:nvSpPr>
        <p:spPr>
          <a:xfrm>
            <a:off x="468000" y="1316991"/>
            <a:ext cx="8712000" cy="4068000"/>
          </a:xfrm>
          <a:noFill/>
        </p:spPr>
        <p:txBody>
          <a:bodyPr lIns="144000" tIns="144000" rIns="144000" bIns="144000">
            <a:noAutofit/>
          </a:bodyPr>
          <a:lstStyle/>
          <a:p>
            <a:r>
              <a:rPr lang="en-US" altLang="ja-JP"/>
              <a:t>Click icon to add chart</a:t>
            </a:r>
            <a:endParaRPr lang="en-US" dirty="0"/>
          </a:p>
        </p:txBody>
      </p:sp>
      <p:sp>
        <p:nvSpPr>
          <p:cNvPr id="20" name="Textplatzhalter 6"/>
          <p:cNvSpPr>
            <a:spLocks noGrp="1"/>
          </p:cNvSpPr>
          <p:nvPr>
            <p:ph type="body" sz="quarter" idx="17"/>
          </p:nvPr>
        </p:nvSpPr>
        <p:spPr>
          <a:xfrm>
            <a:off x="9972000" y="1964991"/>
            <a:ext cx="1728000" cy="123931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ja-JP" noProof="0"/>
              <a:t>Click to edit Master text styles</a:t>
            </a:r>
          </a:p>
          <a:p>
            <a:pPr lvl="1"/>
            <a:r>
              <a:rPr lang="en-US" altLang="ja-JP" noProof="0"/>
              <a:t>Second level</a:t>
            </a:r>
          </a:p>
          <a:p>
            <a:pPr lvl="2"/>
            <a:r>
              <a:rPr lang="en-US" altLang="ja-JP" noProof="0"/>
              <a:t>Third level</a:t>
            </a:r>
          </a:p>
        </p:txBody>
      </p:sp>
      <p:cxnSp>
        <p:nvCxnSpPr>
          <p:cNvPr id="7" name="Gerade Verbindung 4">
            <a:extLst>
              <a:ext uri="{FF2B5EF4-FFF2-40B4-BE49-F238E27FC236}">
                <a16:creationId xmlns:a16="http://schemas.microsoft.com/office/drawing/2014/main" id="{D3A74278-5E33-47CA-ADB1-29C6159D0314}"/>
              </a:ext>
            </a:extLst>
          </p:cNvPr>
          <p:cNvCxnSpPr/>
          <p:nvPr userDrawn="1"/>
        </p:nvCxnSpPr>
        <p:spPr>
          <a:xfrm>
            <a:off x="468000" y="1136991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D4728CF0-38B4-4893-A4B1-B1730B2CF536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 dirty="0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 dirty="0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240299844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rt  large + capti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platzhalter 6"/>
          <p:cNvSpPr>
            <a:spLocks noGrp="1"/>
          </p:cNvSpPr>
          <p:nvPr>
            <p:ph type="body" sz="quarter" idx="17"/>
          </p:nvPr>
        </p:nvSpPr>
        <p:spPr>
          <a:xfrm>
            <a:off x="468000" y="5940000"/>
            <a:ext cx="11244575" cy="234744"/>
          </a:xfrm>
        </p:spPr>
        <p:txBody>
          <a:bodyPr>
            <a:noAutofit/>
          </a:bodyPr>
          <a:lstStyle>
            <a:lvl1pPr>
              <a:defRPr sz="1400"/>
            </a:lvl1pPr>
            <a:lvl2pPr marL="0" indent="0"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ja-JP" noProof="0"/>
              <a:t>Click to edit Master text styles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quarter" idx="18"/>
          </p:nvPr>
        </p:nvSpPr>
        <p:spPr>
          <a:xfrm>
            <a:off x="460375" y="540000"/>
            <a:ext cx="11261725" cy="1875385"/>
          </a:xfrm>
        </p:spPr>
        <p:txBody>
          <a:bodyPr/>
          <a:lstStyle/>
          <a:p>
            <a:pPr lvl="0"/>
            <a:r>
              <a:rPr kumimoji="1" lang="en-US" altLang="ja-JP" noProof="0"/>
              <a:t>Click to edit Master text styles</a:t>
            </a:r>
          </a:p>
          <a:p>
            <a:pPr lvl="1"/>
            <a:r>
              <a:rPr kumimoji="1" lang="en-US" altLang="ja-JP" noProof="0"/>
              <a:t>Second level</a:t>
            </a:r>
          </a:p>
          <a:p>
            <a:pPr lvl="2"/>
            <a:r>
              <a:rPr kumimoji="1" lang="en-US" altLang="ja-JP" noProof="0"/>
              <a:t>Third level</a:t>
            </a:r>
          </a:p>
          <a:p>
            <a:pPr lvl="3"/>
            <a:r>
              <a:rPr kumimoji="1" lang="en-US" altLang="ja-JP" noProof="0"/>
              <a:t>Fourth level</a:t>
            </a:r>
          </a:p>
          <a:p>
            <a:pPr lvl="4"/>
            <a:r>
              <a:rPr kumimoji="1" lang="en-US" altLang="ja-JP" noProof="0"/>
              <a:t>Fifth level</a:t>
            </a:r>
            <a:endParaRPr kumimoji="1" lang="en-US" noProof="0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44D5E23-B915-4847-AEAE-600DBB5D7A81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 dirty="0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 dirty="0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546860342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4 Charts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8000" y="597227"/>
            <a:ext cx="11232000" cy="455509"/>
          </a:xfrm>
        </p:spPr>
        <p:txBody>
          <a:bodyPr/>
          <a:lstStyle/>
          <a:p>
            <a:r>
              <a:rPr lang="en-US" altLang="ja-JP" noProof="0"/>
              <a:t>Click to edit Master title style</a:t>
            </a:r>
            <a:endParaRPr lang="ja-JP" altLang="en-US" noProof="0" dirty="0"/>
          </a:p>
        </p:txBody>
      </p:sp>
      <p:sp>
        <p:nvSpPr>
          <p:cNvPr id="23" name="Diagrammplatzhalter 8"/>
          <p:cNvSpPr>
            <a:spLocks noGrp="1"/>
          </p:cNvSpPr>
          <p:nvPr>
            <p:ph type="chart" sz="quarter" idx="16"/>
          </p:nvPr>
        </p:nvSpPr>
        <p:spPr>
          <a:xfrm>
            <a:off x="468000" y="1316991"/>
            <a:ext cx="4272592" cy="2160000"/>
          </a:xfrm>
          <a:noFill/>
          <a:ln w="6350">
            <a:solidFill>
              <a:schemeClr val="bg2">
                <a:lumMod val="90000"/>
              </a:schemeClr>
            </a:solidFill>
          </a:ln>
        </p:spPr>
        <p:txBody>
          <a:bodyPr lIns="144000" tIns="144000" rIns="144000" bIns="144000">
            <a:noAutofit/>
          </a:bodyPr>
          <a:lstStyle/>
          <a:p>
            <a:r>
              <a:rPr lang="en-US" altLang="ja-JP"/>
              <a:t>Click icon to add chart</a:t>
            </a:r>
            <a:endParaRPr lang="en-US" dirty="0"/>
          </a:p>
        </p:txBody>
      </p:sp>
      <p:sp>
        <p:nvSpPr>
          <p:cNvPr id="24" name="Textplatzhalter 6"/>
          <p:cNvSpPr>
            <a:spLocks noGrp="1"/>
          </p:cNvSpPr>
          <p:nvPr>
            <p:ph type="body" sz="quarter" idx="17"/>
          </p:nvPr>
        </p:nvSpPr>
        <p:spPr>
          <a:xfrm>
            <a:off x="9972000" y="1964991"/>
            <a:ext cx="1728000" cy="123931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ja-JP" noProof="0"/>
              <a:t>Click to edit Master text styles</a:t>
            </a:r>
          </a:p>
          <a:p>
            <a:pPr lvl="1"/>
            <a:r>
              <a:rPr lang="en-US" altLang="ja-JP" noProof="0"/>
              <a:t>Second level</a:t>
            </a:r>
          </a:p>
          <a:p>
            <a:pPr lvl="2"/>
            <a:r>
              <a:rPr lang="en-US" altLang="ja-JP" noProof="0"/>
              <a:t>Third level</a:t>
            </a:r>
          </a:p>
        </p:txBody>
      </p:sp>
      <p:sp>
        <p:nvSpPr>
          <p:cNvPr id="25" name="Diagrammplatzhalter 8"/>
          <p:cNvSpPr>
            <a:spLocks noGrp="1"/>
          </p:cNvSpPr>
          <p:nvPr>
            <p:ph type="chart" sz="quarter" idx="18"/>
          </p:nvPr>
        </p:nvSpPr>
        <p:spPr>
          <a:xfrm>
            <a:off x="4907408" y="1316991"/>
            <a:ext cx="4272592" cy="2160000"/>
          </a:xfrm>
          <a:noFill/>
          <a:ln w="6350">
            <a:solidFill>
              <a:schemeClr val="bg2">
                <a:lumMod val="90000"/>
              </a:schemeClr>
            </a:solidFill>
          </a:ln>
        </p:spPr>
        <p:txBody>
          <a:bodyPr lIns="144000" tIns="144000" rIns="144000" bIns="144000">
            <a:noAutofit/>
          </a:bodyPr>
          <a:lstStyle/>
          <a:p>
            <a:r>
              <a:rPr lang="en-US" altLang="ja-JP"/>
              <a:t>Click icon to add chart</a:t>
            </a:r>
            <a:endParaRPr lang="en-US" dirty="0"/>
          </a:p>
        </p:txBody>
      </p:sp>
      <p:sp>
        <p:nvSpPr>
          <p:cNvPr id="26" name="Diagrammplatzhalter 8"/>
          <p:cNvSpPr>
            <a:spLocks noGrp="1"/>
          </p:cNvSpPr>
          <p:nvPr>
            <p:ph type="chart" sz="quarter" idx="19"/>
          </p:nvPr>
        </p:nvSpPr>
        <p:spPr>
          <a:xfrm>
            <a:off x="468000" y="3620991"/>
            <a:ext cx="4272592" cy="2160000"/>
          </a:xfrm>
          <a:noFill/>
          <a:ln w="6350">
            <a:solidFill>
              <a:schemeClr val="bg2">
                <a:lumMod val="90000"/>
              </a:schemeClr>
            </a:solidFill>
          </a:ln>
        </p:spPr>
        <p:txBody>
          <a:bodyPr lIns="144000" tIns="144000" rIns="144000" bIns="144000">
            <a:noAutofit/>
          </a:bodyPr>
          <a:lstStyle/>
          <a:p>
            <a:r>
              <a:rPr lang="en-US" altLang="ja-JP"/>
              <a:t>Click icon to add chart</a:t>
            </a:r>
            <a:endParaRPr lang="en-US" dirty="0"/>
          </a:p>
        </p:txBody>
      </p:sp>
      <p:sp>
        <p:nvSpPr>
          <p:cNvPr id="27" name="Diagrammplatzhalter 8"/>
          <p:cNvSpPr>
            <a:spLocks noGrp="1"/>
          </p:cNvSpPr>
          <p:nvPr>
            <p:ph type="chart" sz="quarter" idx="20"/>
          </p:nvPr>
        </p:nvSpPr>
        <p:spPr>
          <a:xfrm>
            <a:off x="4907408" y="3620991"/>
            <a:ext cx="4272592" cy="2160000"/>
          </a:xfrm>
          <a:noFill/>
          <a:ln w="6350">
            <a:solidFill>
              <a:schemeClr val="bg2">
                <a:lumMod val="90000"/>
              </a:schemeClr>
            </a:solidFill>
          </a:ln>
        </p:spPr>
        <p:txBody>
          <a:bodyPr lIns="144000" tIns="144000" rIns="144000" bIns="144000">
            <a:noAutofit/>
          </a:bodyPr>
          <a:lstStyle/>
          <a:p>
            <a:r>
              <a:rPr lang="en-US" altLang="ja-JP"/>
              <a:t>Click icon to add chart</a:t>
            </a:r>
            <a:endParaRPr lang="en-US" dirty="0"/>
          </a:p>
        </p:txBody>
      </p:sp>
      <p:cxnSp>
        <p:nvCxnSpPr>
          <p:cNvPr id="10" name="Gerade Verbindung 4">
            <a:extLst>
              <a:ext uri="{FF2B5EF4-FFF2-40B4-BE49-F238E27FC236}">
                <a16:creationId xmlns:a16="http://schemas.microsoft.com/office/drawing/2014/main" id="{52C5DDBA-90B9-4961-A14B-98B9546E714F}"/>
              </a:ext>
            </a:extLst>
          </p:cNvPr>
          <p:cNvCxnSpPr/>
          <p:nvPr userDrawn="1"/>
        </p:nvCxnSpPr>
        <p:spPr>
          <a:xfrm>
            <a:off x="468000" y="1136991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E1F78BC6-0B72-4CC4-A317-57441D7DC260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 dirty="0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 dirty="0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061197603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Tabl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8000" y="597227"/>
            <a:ext cx="11232000" cy="455509"/>
          </a:xfrm>
        </p:spPr>
        <p:txBody>
          <a:bodyPr/>
          <a:lstStyle/>
          <a:p>
            <a:r>
              <a:rPr lang="en-US" altLang="ja-JP" noProof="0"/>
              <a:t>Click to edit Master title style</a:t>
            </a:r>
            <a:endParaRPr lang="ja-JP" altLang="en-US" noProof="0" dirty="0"/>
          </a:p>
        </p:txBody>
      </p:sp>
      <p:sp>
        <p:nvSpPr>
          <p:cNvPr id="19" name="Textplatzhalter 6"/>
          <p:cNvSpPr>
            <a:spLocks noGrp="1"/>
          </p:cNvSpPr>
          <p:nvPr>
            <p:ph type="body" sz="quarter" idx="17"/>
          </p:nvPr>
        </p:nvSpPr>
        <p:spPr>
          <a:xfrm>
            <a:off x="9972000" y="1964991"/>
            <a:ext cx="1728000" cy="123931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ja-JP" noProof="0"/>
              <a:t>Click to edit Master text styles</a:t>
            </a:r>
          </a:p>
          <a:p>
            <a:pPr lvl="1"/>
            <a:r>
              <a:rPr lang="en-US" altLang="ja-JP" noProof="0"/>
              <a:t>Second level</a:t>
            </a:r>
          </a:p>
          <a:p>
            <a:pPr lvl="2"/>
            <a:r>
              <a:rPr lang="en-US" altLang="ja-JP" noProof="0"/>
              <a:t>Third level</a:t>
            </a:r>
          </a:p>
        </p:txBody>
      </p:sp>
      <p:sp>
        <p:nvSpPr>
          <p:cNvPr id="20" name="Tabellenplatzhalter 8"/>
          <p:cNvSpPr>
            <a:spLocks noGrp="1"/>
          </p:cNvSpPr>
          <p:nvPr>
            <p:ph type="tbl" sz="quarter" idx="18"/>
          </p:nvPr>
        </p:nvSpPr>
        <p:spPr>
          <a:xfrm>
            <a:off x="468000" y="1424991"/>
            <a:ext cx="8711997" cy="4248000"/>
          </a:xfrm>
        </p:spPr>
        <p:txBody>
          <a:bodyPr/>
          <a:lstStyle/>
          <a:p>
            <a:r>
              <a:rPr lang="en-US" altLang="ja-JP"/>
              <a:t>Click icon to add table</a:t>
            </a:r>
            <a:endParaRPr lang="en-US" dirty="0"/>
          </a:p>
        </p:txBody>
      </p:sp>
      <p:cxnSp>
        <p:nvCxnSpPr>
          <p:cNvPr id="7" name="Gerade Verbindung 4">
            <a:extLst>
              <a:ext uri="{FF2B5EF4-FFF2-40B4-BE49-F238E27FC236}">
                <a16:creationId xmlns:a16="http://schemas.microsoft.com/office/drawing/2014/main" id="{E5422D39-5700-42E9-887F-A22446232645}"/>
              </a:ext>
            </a:extLst>
          </p:cNvPr>
          <p:cNvCxnSpPr/>
          <p:nvPr userDrawn="1"/>
        </p:nvCxnSpPr>
        <p:spPr>
          <a:xfrm>
            <a:off x="468000" y="1136991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FF0E8D3-434B-43F4-ACAB-F8D5845A79BD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 dirty="0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 dirty="0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640067808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_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3"/>
          <p:cNvSpPr>
            <a:spLocks noGrp="1"/>
          </p:cNvSpPr>
          <p:nvPr>
            <p:ph type="pic" sz="quarter" idx="15"/>
          </p:nvPr>
        </p:nvSpPr>
        <p:spPr>
          <a:xfrm>
            <a:off x="468000" y="540000"/>
            <a:ext cx="11253600" cy="5616000"/>
          </a:xfrm>
          <a:noFill/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/>
              <a:t>Click icon to add picture</a:t>
            </a:r>
            <a:endParaRPr lang="en-US" dirty="0"/>
          </a:p>
        </p:txBody>
      </p:sp>
      <p:sp>
        <p:nvSpPr>
          <p:cNvPr id="5" name="Textplatzhalter 11"/>
          <p:cNvSpPr>
            <a:spLocks noGrp="1"/>
          </p:cNvSpPr>
          <p:nvPr>
            <p:ph type="body" sz="quarter" idx="11"/>
          </p:nvPr>
        </p:nvSpPr>
        <p:spPr>
          <a:xfrm>
            <a:off x="468000" y="1080000"/>
            <a:ext cx="7920000" cy="1500237"/>
          </a:xfrm>
          <a:solidFill>
            <a:schemeClr val="tx2"/>
          </a:solidFill>
        </p:spPr>
        <p:txBody>
          <a:bodyPr wrap="square" lIns="252000" tIns="180000" rIns="180000" bIns="180000">
            <a:spAutoFit/>
          </a:bodyPr>
          <a:lstStyle>
            <a:lvl1pPr>
              <a:defRPr sz="3600" b="1" cap="all" baseline="0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 sz="2000" b="1" cap="all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altLang="ja-JP" noProof="0"/>
              <a:t>Click to edit Master text styles</a:t>
            </a:r>
          </a:p>
          <a:p>
            <a:pPr lvl="1"/>
            <a:r>
              <a:rPr lang="en-US" altLang="ja-JP" noProof="0"/>
              <a:t>Second level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0C07C9A7-2C7A-479E-8A14-E5E5068DFD5E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 dirty="0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 dirty="0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392457623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_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/>
          <p:cNvSpPr/>
          <p:nvPr userDrawn="1"/>
        </p:nvSpPr>
        <p:spPr>
          <a:xfrm>
            <a:off x="479376" y="540000"/>
            <a:ext cx="11253600" cy="561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5" name="Textplatzhalter 11"/>
          <p:cNvSpPr>
            <a:spLocks noGrp="1"/>
          </p:cNvSpPr>
          <p:nvPr>
            <p:ph type="body" sz="quarter" idx="11"/>
          </p:nvPr>
        </p:nvSpPr>
        <p:spPr>
          <a:xfrm>
            <a:off x="468000" y="1080000"/>
            <a:ext cx="7920000" cy="1500237"/>
          </a:xfrm>
          <a:solidFill>
            <a:schemeClr val="tx2"/>
          </a:solidFill>
        </p:spPr>
        <p:txBody>
          <a:bodyPr lIns="252000" tIns="180000" rIns="180000" bIns="180000">
            <a:spAutoFit/>
          </a:bodyPr>
          <a:lstStyle>
            <a:lvl1pPr>
              <a:defRPr sz="3600" b="1" cap="all" baseline="0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 sz="2000" b="1" cap="all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altLang="ja-JP" noProof="0"/>
              <a:t>Click to edit Master text styles</a:t>
            </a:r>
          </a:p>
          <a:p>
            <a:pPr lvl="1"/>
            <a:r>
              <a:rPr lang="en-US" altLang="ja-JP" noProof="0"/>
              <a:t>Second level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215D4EC-C520-47A7-A87B-61E2B6F34AB7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 dirty="0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 dirty="0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120298721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/>
          <p:cNvSpPr/>
          <p:nvPr userDrawn="1"/>
        </p:nvSpPr>
        <p:spPr>
          <a:xfrm>
            <a:off x="468000" y="540000"/>
            <a:ext cx="11253600" cy="561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7" name="Textplatzhalter 13"/>
          <p:cNvSpPr>
            <a:spLocks noGrp="1"/>
          </p:cNvSpPr>
          <p:nvPr>
            <p:ph type="body" sz="quarter" idx="13"/>
          </p:nvPr>
        </p:nvSpPr>
        <p:spPr>
          <a:xfrm>
            <a:off x="1080000" y="1387018"/>
            <a:ext cx="5280000" cy="300339"/>
          </a:xfrm>
        </p:spPr>
        <p:txBody>
          <a:bodyPr wrap="square">
            <a:spAutoFit/>
          </a:bodyPr>
          <a:lstStyle>
            <a:lvl1pPr>
              <a:spcAft>
                <a:spcPts val="0"/>
              </a:spcAft>
              <a:defRPr sz="1800" b="1" cap="none" baseline="0">
                <a:solidFill>
                  <a:schemeClr val="bg1"/>
                </a:solidFill>
                <a:latin typeface="+mj-lt"/>
              </a:defRPr>
            </a:lvl1pPr>
            <a:lvl2pPr>
              <a:defRPr sz="1100" b="1" cap="all" baseline="0">
                <a:latin typeface="+mj-lt"/>
              </a:defRPr>
            </a:lvl2pPr>
            <a:lvl3pPr>
              <a:defRPr sz="1100" b="1" cap="all" baseline="0">
                <a:latin typeface="+mj-lt"/>
              </a:defRPr>
            </a:lvl3pPr>
            <a:lvl4pPr>
              <a:defRPr sz="1100" b="1" cap="all" baseline="0">
                <a:latin typeface="+mj-lt"/>
              </a:defRPr>
            </a:lvl4pPr>
            <a:lvl5pPr>
              <a:defRPr sz="1100" b="1" cap="all" baseline="0">
                <a:latin typeface="+mj-lt"/>
              </a:defRPr>
            </a:lvl5pPr>
          </a:lstStyle>
          <a:p>
            <a:pPr lvl="0"/>
            <a:r>
              <a:rPr lang="en-US" altLang="ja-JP" noProof="0"/>
              <a:t>Click to edit Master text styles</a:t>
            </a:r>
          </a:p>
        </p:txBody>
      </p:sp>
      <p:cxnSp>
        <p:nvCxnSpPr>
          <p:cNvPr id="8" name="Gerade Verbindung 7"/>
          <p:cNvCxnSpPr/>
          <p:nvPr userDrawn="1"/>
        </p:nvCxnSpPr>
        <p:spPr>
          <a:xfrm>
            <a:off x="1080000" y="1124744"/>
            <a:ext cx="2400000" cy="0"/>
          </a:xfrm>
          <a:prstGeom prst="line">
            <a:avLst/>
          </a:prstGeom>
          <a:ln w="38100">
            <a:solidFill>
              <a:schemeClr val="bg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9943147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gif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68000" y="116632"/>
            <a:ext cx="8520000" cy="886397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/>
          <a:p>
            <a:r>
              <a:rPr lang="en-US" noProof="0" dirty="0" err="1"/>
              <a:t>Titelmasterformat</a:t>
            </a:r>
            <a:r>
              <a:rPr lang="en-US" noProof="0" dirty="0"/>
              <a:t> </a:t>
            </a:r>
            <a:r>
              <a:rPr lang="en-US" noProof="0" dirty="0" err="1"/>
              <a:t>durch</a:t>
            </a:r>
            <a:r>
              <a:rPr lang="en-US" noProof="0" dirty="0"/>
              <a:t> </a:t>
            </a:r>
            <a:r>
              <a:rPr lang="en-US" noProof="0" dirty="0" err="1"/>
              <a:t>Klicken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68000" y="1423831"/>
            <a:ext cx="9120000" cy="1887696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en-US" noProof="0" dirty="0" err="1"/>
              <a:t>Textmasterformat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  <a:p>
            <a:pPr lvl="1"/>
            <a:r>
              <a:rPr lang="en-US" noProof="0" dirty="0" err="1"/>
              <a:t>Zweite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2"/>
            <a:r>
              <a:rPr lang="en-US" noProof="0" dirty="0" err="1"/>
              <a:t>Dritte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3"/>
            <a:r>
              <a:rPr lang="en-US" noProof="0" dirty="0" err="1"/>
              <a:t>Vierte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4"/>
            <a:r>
              <a:rPr lang="en-US" noProof="0" dirty="0" err="1"/>
              <a:t>Fünfte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5760000" y="6509924"/>
            <a:ext cx="672075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algn="l"/>
            <a:r>
              <a:rPr lang="de-DE" dirty="0"/>
              <a:t>Page </a:t>
            </a:r>
            <a:fld id="{3FD030EF-7044-4946-962A-5D7D09BD1B34}" type="slidenum">
              <a:rPr lang="de-DE" smtClean="0"/>
              <a:pPr algn="l"/>
              <a:t>‹#›</a:t>
            </a:fld>
            <a:endParaRPr lang="de-DE" dirty="0"/>
          </a:p>
        </p:txBody>
      </p:sp>
      <p:sp>
        <p:nvSpPr>
          <p:cNvPr id="13" name="Textfeld 7"/>
          <p:cNvSpPr txBox="1"/>
          <p:nvPr/>
        </p:nvSpPr>
        <p:spPr>
          <a:xfrm>
            <a:off x="468000" y="6544800"/>
            <a:ext cx="2500685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1" i="0" u="none" strike="noStrike" kern="1200" baseline="0" dirty="0">
                <a:solidFill>
                  <a:schemeClr val="tx2"/>
                </a:solidFill>
                <a:latin typeface="+mj-lt"/>
                <a:ea typeface="+mn-ea"/>
                <a:cs typeface="+mn-cs"/>
              </a:rPr>
              <a:t>© 2025 Renesas Electronics Corporation. All rights reserved. </a:t>
            </a:r>
            <a:endParaRPr lang="en-US" sz="800" dirty="0">
              <a:solidFill>
                <a:schemeClr val="tx2"/>
              </a:solidFill>
              <a:latin typeface="+mj-lt"/>
            </a:endParaRPr>
          </a:p>
        </p:txBody>
      </p:sp>
      <p:cxnSp>
        <p:nvCxnSpPr>
          <p:cNvPr id="16" name="Gerade Verbindung 15"/>
          <p:cNvCxnSpPr>
            <a:cxnSpLocks/>
          </p:cNvCxnSpPr>
          <p:nvPr/>
        </p:nvCxnSpPr>
        <p:spPr>
          <a:xfrm>
            <a:off x="468000" y="6336000"/>
            <a:ext cx="112536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hteck 9">
            <a:extLst>
              <a:ext uri="{FF2B5EF4-FFF2-40B4-BE49-F238E27FC236}">
                <a16:creationId xmlns:a16="http://schemas.microsoft.com/office/drawing/2014/main" id="{29F131B3-70D8-4212-9318-49432C1DE818}"/>
              </a:ext>
            </a:extLst>
          </p:cNvPr>
          <p:cNvSpPr/>
          <p:nvPr userDrawn="1"/>
        </p:nvSpPr>
        <p:spPr>
          <a:xfrm>
            <a:off x="2999656" y="6489860"/>
            <a:ext cx="1531100" cy="20171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>
            <a:no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50" b="1" i="0" u="none" strike="noStrike" kern="1200" baseline="0" dirty="0">
                <a:solidFill>
                  <a:schemeClr val="bg1"/>
                </a:solidFill>
                <a:latin typeface="+mj-lt"/>
                <a:ea typeface="+mn-ea"/>
                <a:cs typeface="+mn-cs"/>
              </a:rPr>
              <a:t>RENESAS CONFIDENTIAL</a:t>
            </a:r>
            <a:endParaRPr lang="en-US" sz="1050" b="1" dirty="0">
              <a:latin typeface="+mj-lt"/>
            </a:endParaRPr>
          </a:p>
        </p:txBody>
      </p:sp>
      <p:pic>
        <p:nvPicPr>
          <p:cNvPr id="4" name="図 3" descr="挿絵 が含まれている画像&#10;&#10;自動的に生成された説明">
            <a:extLst>
              <a:ext uri="{FF2B5EF4-FFF2-40B4-BE49-F238E27FC236}">
                <a16:creationId xmlns:a16="http://schemas.microsoft.com/office/drawing/2014/main" id="{94BF021D-3B93-18B9-E1A1-842FFACFCEAA}"/>
              </a:ext>
            </a:extLst>
          </p:cNvPr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5185" y="6435022"/>
            <a:ext cx="1796415" cy="306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7655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  <p:sldLayoutId id="2147483744" r:id="rId8"/>
    <p:sldLayoutId id="2147483768" r:id="rId9"/>
    <p:sldLayoutId id="2147483745" r:id="rId10"/>
    <p:sldLayoutId id="2147483746" r:id="rId11"/>
    <p:sldLayoutId id="2147483769" r:id="rId12"/>
    <p:sldLayoutId id="2147483747" r:id="rId13"/>
    <p:sldLayoutId id="2147483748" r:id="rId14"/>
    <p:sldLayoutId id="2147483771" r:id="rId15"/>
    <p:sldLayoutId id="2147483750" r:id="rId16"/>
    <p:sldLayoutId id="2147483751" r:id="rId17"/>
  </p:sldLayoutIdLst>
  <p:transition>
    <p:fade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3200" b="1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7800" indent="-177800" algn="l" defTabSz="914400" rtl="0" eaLnBrk="1" latinLnBrk="0" hangingPunct="1">
        <a:lnSpc>
          <a:spcPct val="120000"/>
        </a:lnSpc>
        <a:spcBef>
          <a:spcPts val="0"/>
        </a:spcBef>
        <a:spcAft>
          <a:spcPts val="800"/>
        </a:spcAft>
        <a:buClr>
          <a:schemeClr val="tx2"/>
        </a:buClr>
        <a:buFont typeface="Wingdings" panose="05000000000000000000" pitchFamily="2" charset="2"/>
        <a:buChar char="§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55600" indent="-177800" algn="l" defTabSz="914400" rtl="0" eaLnBrk="1" latinLnBrk="0" hangingPunct="1">
        <a:lnSpc>
          <a:spcPct val="120000"/>
        </a:lnSpc>
        <a:spcBef>
          <a:spcPts val="0"/>
        </a:spcBef>
        <a:spcAft>
          <a:spcPts val="800"/>
        </a:spcAft>
        <a:buClr>
          <a:schemeClr val="tx2"/>
        </a:buClr>
        <a:buFont typeface="Wingdings" panose="05000000000000000000" pitchFamily="2" charset="2"/>
        <a:buChar char="§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539750" indent="-184150" algn="l" defTabSz="914400" rtl="0" eaLnBrk="1" latinLnBrk="0" hangingPunct="1">
        <a:lnSpc>
          <a:spcPct val="120000"/>
        </a:lnSpc>
        <a:spcBef>
          <a:spcPts val="0"/>
        </a:spcBef>
        <a:spcAft>
          <a:spcPts val="800"/>
        </a:spcAft>
        <a:buFont typeface="Symbol" panose="05050102010706020507" pitchFamily="18" charset="2"/>
        <a:buChar char="-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719138" indent="-179388" algn="l" defTabSz="914400" rtl="0" eaLnBrk="1" latinLnBrk="0" hangingPunct="1">
        <a:lnSpc>
          <a:spcPct val="120000"/>
        </a:lnSpc>
        <a:spcBef>
          <a:spcPts val="0"/>
        </a:spcBef>
        <a:spcAft>
          <a:spcPts val="800"/>
        </a:spcAft>
        <a:buFont typeface="Symbol" panose="05050102010706020507" pitchFamily="18" charset="2"/>
        <a:buChar char="-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90">
          <p15:clr>
            <a:srgbClr val="F26B43"/>
          </p15:clr>
        </p15:guide>
        <p15:guide id="2" pos="676">
          <p15:clr>
            <a:srgbClr val="F26B43"/>
          </p15:clr>
        </p15:guide>
        <p15:guide id="3" pos="3841">
          <p15:clr>
            <a:srgbClr val="F26B43"/>
          </p15:clr>
        </p15:guide>
        <p15:guide id="4" pos="7378">
          <p15:clr>
            <a:srgbClr val="F26B43"/>
          </p15:clr>
        </p15:guide>
        <p15:guide id="5" pos="6289">
          <p15:clr>
            <a:srgbClr val="F26B43"/>
          </p15:clr>
        </p15:guide>
        <p15:guide id="6" orient="horz" pos="3884" userDrawn="1">
          <p15:clr>
            <a:srgbClr val="F26B43"/>
          </p15:clr>
        </p15:guide>
        <p15:guide id="7" orient="horz" pos="890" userDrawn="1">
          <p15:clr>
            <a:srgbClr val="F26B43"/>
          </p15:clr>
        </p15:guide>
        <p15:guide id="8" orient="horz" pos="618" userDrawn="1">
          <p15:clr>
            <a:srgbClr val="F26B43"/>
          </p15:clr>
        </p15:guide>
        <p15:guide id="9" orient="horz" pos="346" userDrawn="1">
          <p15:clr>
            <a:srgbClr val="F26B43"/>
          </p15:clr>
        </p15:guide>
        <p15:guide id="10" orient="horz" pos="4201" userDrawn="1">
          <p15:clr>
            <a:srgbClr val="F26B43"/>
          </p15:clr>
        </p15:guide>
        <p15:guide id="11" orient="horz" pos="709" userDrawn="1">
          <p15:clr>
            <a:srgbClr val="F26B43"/>
          </p15:clr>
        </p15:guide>
        <p15:guide id="12" orient="horz" pos="3984" userDrawn="1">
          <p15:clr>
            <a:srgbClr val="F26B43"/>
          </p15:clr>
        </p15:guide>
        <p15:guide id="13" pos="529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xp.com/docs/en/user-guide/UM10204.pdf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i.com/lit/an/slva689/slva689.pdf?ts=1741439790161&amp;ref_url=https%253A%252F%252Fwww.google.com%252F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プレースホルダー 12" descr="屋外, 建物, 市, 光 が含まれている画像&#10;&#10;自動的に生成された説明">
            <a:extLst>
              <a:ext uri="{FF2B5EF4-FFF2-40B4-BE49-F238E27FC236}">
                <a16:creationId xmlns:a16="http://schemas.microsoft.com/office/drawing/2014/main" id="{03C3B1F7-CC17-7888-BCB8-16151EE37019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74" b="1374"/>
          <a:stretch/>
        </p:blipFill>
        <p:spPr>
          <a:xfrm>
            <a:off x="479425" y="9525"/>
            <a:ext cx="11253788" cy="6156325"/>
          </a:xfrm>
          <a:prstGeom prst="rect">
            <a:avLst/>
          </a:prstGeom>
        </p:spPr>
      </p:pic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7006131E-FB56-425D-89D8-786378BA6FA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80000" y="1052736"/>
            <a:ext cx="7968328" cy="1872208"/>
          </a:xfrm>
        </p:spPr>
        <p:txBody>
          <a:bodyPr/>
          <a:lstStyle/>
          <a:p>
            <a:r>
              <a:rPr lang="uk-UA" altLang="ja-JP" dirty="0"/>
              <a:t>Цифрова схемотехніка</a:t>
            </a:r>
            <a:endParaRPr lang="en-US" altLang="ja-JP" dirty="0"/>
          </a:p>
          <a:p>
            <a:pPr lvl="1"/>
            <a:r>
              <a:rPr lang="uk-UA" altLang="ja-JP" dirty="0"/>
              <a:t>Заняття 8</a:t>
            </a:r>
            <a:r>
              <a:rPr lang="en-US" altLang="ja-JP" dirty="0"/>
              <a:t>. </a:t>
            </a:r>
            <a:r>
              <a:rPr lang="uk-UA" altLang="ja-JP" dirty="0"/>
              <a:t>Інтерфейси пристоїв для роботи з мікросхемами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329584670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1EB66-7919-0327-9BEB-F1C428A74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I2C </a:t>
            </a:r>
            <a:r>
              <a:rPr lang="uk-UA" dirty="0"/>
              <a:t>Інтерфейс</a:t>
            </a:r>
            <a:endParaRPr lang="uk-UA" sz="3200" b="1" dirty="0"/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C0BB1C84-2A63-7172-2DAE-4BDF103BE71B}"/>
              </a:ext>
            </a:extLst>
          </p:cNvPr>
          <p:cNvSpPr txBox="1">
            <a:spLocks/>
          </p:cNvSpPr>
          <p:nvPr/>
        </p:nvSpPr>
        <p:spPr>
          <a:xfrm>
            <a:off x="490517" y="1283241"/>
            <a:ext cx="4968875" cy="43815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7800" indent="-17780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5600" indent="-17780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750" indent="-18415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-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138" indent="-179388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-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D96AC2-8E38-17C6-9E9B-68AA2E299008}"/>
              </a:ext>
            </a:extLst>
          </p:cNvPr>
          <p:cNvSpPr txBox="1"/>
          <p:nvPr/>
        </p:nvSpPr>
        <p:spPr>
          <a:xfrm>
            <a:off x="263352" y="1190276"/>
            <a:ext cx="11928648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2000" dirty="0"/>
              <a:t>Інтерфейс </a:t>
            </a:r>
            <a:r>
              <a:rPr lang="en-US" sz="2000" dirty="0"/>
              <a:t>I2C (Inter-Integrated Circuit) </a:t>
            </a:r>
            <a:r>
              <a:rPr lang="uk-UA" sz="2000" dirty="0"/>
              <a:t>був розроблений у 1982 році компанією </a:t>
            </a:r>
            <a:r>
              <a:rPr lang="en-US" sz="2000" dirty="0"/>
              <a:t>Philips Semiconductor (</a:t>
            </a:r>
            <a:r>
              <a:rPr lang="uk-UA" sz="2000" dirty="0"/>
              <a:t>зараз це </a:t>
            </a:r>
            <a:r>
              <a:rPr lang="en-US" sz="2000" dirty="0"/>
              <a:t>NXP Semiconductors</a:t>
            </a:r>
            <a:r>
              <a:rPr lang="uk-UA" sz="2000" dirty="0"/>
              <a:t>😑</a:t>
            </a:r>
            <a:r>
              <a:rPr lang="en-US" sz="2000" dirty="0"/>
              <a:t>). </a:t>
            </a:r>
            <a:r>
              <a:rPr lang="ru-RU" sz="2000" dirty="0"/>
              <a:t>У перші роки використання ліцензія на I2C була потрібна для комерційного застосування, зокрема для виробництва мікросхем із підтримкою цього протоколу. Зараз </a:t>
            </a:r>
            <a:r>
              <a:rPr lang="uk-UA" sz="2000" dirty="0"/>
              <a:t>патент на </a:t>
            </a:r>
            <a:r>
              <a:rPr lang="en-US" sz="2000" dirty="0"/>
              <a:t>I2C </a:t>
            </a:r>
            <a:r>
              <a:rPr lang="uk-UA" sz="2000" dirty="0"/>
              <a:t>закінчився,</a:t>
            </a:r>
          </a:p>
          <a:p>
            <a:endParaRPr lang="uk-UA" sz="2000" b="1" dirty="0"/>
          </a:p>
          <a:p>
            <a:r>
              <a:rPr lang="uk-UA" sz="2000" b="1" dirty="0"/>
              <a:t>Мета створення:</a:t>
            </a:r>
            <a:br>
              <a:rPr lang="uk-UA" sz="2000" dirty="0"/>
            </a:br>
            <a:r>
              <a:rPr lang="uk-UA" sz="2000" dirty="0"/>
              <a:t>- Спрощення комунікації між мікросхемами на одній друкованій платі</a:t>
            </a:r>
            <a:br>
              <a:rPr lang="uk-UA" sz="2000" dirty="0"/>
            </a:br>
            <a:r>
              <a:rPr lang="uk-UA" sz="2000" dirty="0"/>
              <a:t>- Зменшення кількості з’єднувальних ліній (усього 2 лінії)</a:t>
            </a:r>
            <a:br>
              <a:rPr lang="uk-UA" sz="2000" dirty="0"/>
            </a:br>
            <a:r>
              <a:rPr lang="uk-UA" sz="2000" dirty="0"/>
              <a:t>- Універсальне рішення для підключення різних пристроїв (сенсори, пам'ять, </a:t>
            </a:r>
            <a:r>
              <a:rPr lang="en-US" sz="2000" dirty="0"/>
              <a:t>RTC </a:t>
            </a:r>
            <a:r>
              <a:rPr lang="uk-UA" sz="2000" dirty="0"/>
              <a:t>тощо)</a:t>
            </a:r>
          </a:p>
          <a:p>
            <a:endParaRPr lang="uk-UA" sz="2000" b="1" dirty="0"/>
          </a:p>
          <a:p>
            <a:r>
              <a:rPr lang="uk-UA" sz="2000" b="1" dirty="0"/>
              <a:t>Особливості протоколу </a:t>
            </a:r>
            <a:r>
              <a:rPr lang="en-US" sz="2000" b="1" dirty="0"/>
              <a:t>I2C</a:t>
            </a:r>
            <a:br>
              <a:rPr lang="en-US" sz="2000" dirty="0"/>
            </a:br>
            <a:r>
              <a:rPr lang="uk-UA" sz="2000" dirty="0"/>
              <a:t>1. </a:t>
            </a:r>
            <a:r>
              <a:rPr lang="uk-UA" sz="2000" b="1" dirty="0"/>
              <a:t>Кількість ліній:</a:t>
            </a:r>
            <a:br>
              <a:rPr lang="uk-UA" sz="2000" dirty="0"/>
            </a:br>
            <a:r>
              <a:rPr lang="uk-UA" sz="2000" dirty="0"/>
              <a:t>- </a:t>
            </a:r>
            <a:r>
              <a:rPr lang="en-US" sz="2000" dirty="0"/>
              <a:t>SDA (Serial Data) — </a:t>
            </a:r>
            <a:r>
              <a:rPr lang="uk-UA" sz="2000" dirty="0"/>
              <a:t>лінія передачі даних</a:t>
            </a:r>
            <a:br>
              <a:rPr lang="uk-UA" sz="2000" dirty="0"/>
            </a:br>
            <a:r>
              <a:rPr lang="uk-UA" sz="2000" dirty="0"/>
              <a:t>- </a:t>
            </a:r>
            <a:r>
              <a:rPr lang="en-US" sz="2000" dirty="0"/>
              <a:t>SCL (Serial Clock) — </a:t>
            </a:r>
            <a:r>
              <a:rPr lang="uk-UA" sz="2000" dirty="0"/>
              <a:t>лінія синхронізації</a:t>
            </a:r>
            <a:br>
              <a:rPr lang="uk-UA" sz="2000" dirty="0"/>
            </a:br>
            <a:r>
              <a:rPr lang="uk-UA" sz="2000" dirty="0"/>
              <a:t>2. </a:t>
            </a:r>
            <a:r>
              <a:rPr lang="uk-UA" sz="2000" b="1" dirty="0"/>
              <a:t>Тип зв'язку:</a:t>
            </a:r>
            <a:r>
              <a:rPr lang="uk-UA" sz="2000" dirty="0"/>
              <a:t> Послідовний синхронний</a:t>
            </a:r>
            <a:br>
              <a:rPr lang="uk-UA" sz="2000" dirty="0"/>
            </a:br>
            <a:endParaRPr lang="uk-UA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E2D884-6365-5032-00FA-4FCDA9AE9CD5}"/>
              </a:ext>
            </a:extLst>
          </p:cNvPr>
          <p:cNvSpPr txBox="1"/>
          <p:nvPr/>
        </p:nvSpPr>
        <p:spPr>
          <a:xfrm>
            <a:off x="5591944" y="4437112"/>
            <a:ext cx="660005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2000" dirty="0"/>
              <a:t>3. </a:t>
            </a:r>
            <a:r>
              <a:rPr lang="uk-UA" sz="2000" b="1" dirty="0"/>
              <a:t>Архітектура:</a:t>
            </a:r>
            <a:br>
              <a:rPr lang="uk-UA" sz="2000" dirty="0"/>
            </a:br>
            <a:r>
              <a:rPr lang="uk-UA" sz="2000" dirty="0"/>
              <a:t>- </a:t>
            </a:r>
            <a:r>
              <a:rPr lang="en-US" sz="2000" strike="sngStrike" dirty="0"/>
              <a:t>Master-Slave (</a:t>
            </a:r>
            <a:r>
              <a:rPr lang="uk-UA" sz="2000" strike="sngStrike" dirty="0"/>
              <a:t>ведучий-підлеглий)</a:t>
            </a:r>
            <a:r>
              <a:rPr lang="uk-UA" sz="2000" dirty="0"/>
              <a:t> </a:t>
            </a:r>
            <a:r>
              <a:rPr lang="en-US" sz="2000" b="0" i="0" u="none" strike="noStrike" baseline="0" dirty="0">
                <a:latin typeface="ArialMT"/>
              </a:rPr>
              <a:t>Controller-Target</a:t>
            </a:r>
            <a:br>
              <a:rPr lang="uk-UA" sz="2000" dirty="0"/>
            </a:br>
            <a:r>
              <a:rPr lang="uk-UA" sz="2000" dirty="0"/>
              <a:t>- Можливість підключення кількох пристроїв до однієї шини (мультимастер, мультислейв)</a:t>
            </a:r>
          </a:p>
        </p:txBody>
      </p:sp>
    </p:spTree>
    <p:extLst>
      <p:ext uri="{BB962C8B-B14F-4D97-AF65-F5344CB8AC3E}">
        <p14:creationId xmlns:p14="http://schemas.microsoft.com/office/powerpoint/2010/main" val="1765993274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235A-7A15-A172-A671-9E561BD9A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I2C </a:t>
            </a:r>
            <a:r>
              <a:rPr lang="uk-UA" dirty="0"/>
              <a:t>Інтерфейс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7F289D-8736-3DA8-4BD2-4C02F0446A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042" y="1196752"/>
            <a:ext cx="11244574" cy="5526578"/>
          </a:xfrm>
        </p:spPr>
        <p:txBody>
          <a:bodyPr/>
          <a:lstStyle/>
          <a:p>
            <a:r>
              <a:rPr lang="uk-UA" sz="2000" b="1" dirty="0"/>
              <a:t>Типові пристрої, підключені до </a:t>
            </a:r>
            <a:r>
              <a:rPr lang="en-US" sz="2000" b="1" dirty="0"/>
              <a:t>I2C-</a:t>
            </a:r>
            <a:r>
              <a:rPr lang="uk-UA" sz="2000" b="1" dirty="0"/>
              <a:t>шини:</a:t>
            </a:r>
          </a:p>
          <a:p>
            <a:r>
              <a:rPr lang="uk-UA" sz="2000" dirty="0"/>
              <a:t>- «Розумні» приктрої, наприклад мікроконтролер</a:t>
            </a:r>
          </a:p>
          <a:p>
            <a:r>
              <a:rPr lang="uk-UA" sz="2000" dirty="0"/>
              <a:t>- Універсальні електронні компоненти:</a:t>
            </a:r>
          </a:p>
          <a:p>
            <a:pPr marL="742950" lvl="1" indent="-285750">
              <a:buFont typeface="+mj-lt"/>
              <a:buAutoNum type="arabicPeriod"/>
            </a:pPr>
            <a:r>
              <a:rPr lang="uk-UA" sz="2000" dirty="0"/>
              <a:t>Драйвери для </a:t>
            </a:r>
            <a:r>
              <a:rPr lang="en-US" sz="2000" dirty="0"/>
              <a:t>LCD </a:t>
            </a:r>
            <a:r>
              <a:rPr lang="uk-UA" sz="2000" dirty="0"/>
              <a:t>і </a:t>
            </a:r>
            <a:r>
              <a:rPr lang="en-US" sz="2000" dirty="0"/>
              <a:t>LED</a:t>
            </a:r>
          </a:p>
          <a:p>
            <a:pPr marL="742950" lvl="1" indent="-285750">
              <a:buFont typeface="+mj-lt"/>
              <a:buAutoNum type="arabicPeriod"/>
            </a:pPr>
            <a:r>
              <a:rPr lang="uk-UA" sz="2000" dirty="0"/>
              <a:t>Віддалені порти вводу-виводу (</a:t>
            </a:r>
            <a:r>
              <a:rPr lang="en-US" sz="2000" dirty="0"/>
              <a:t>GPIO expanders </a:t>
            </a:r>
            <a:r>
              <a:rPr lang="uk-UA" sz="2000" dirty="0"/>
              <a:t>)</a:t>
            </a:r>
          </a:p>
          <a:p>
            <a:pPr marL="742950" lvl="1" indent="-285750">
              <a:buFont typeface="+mj-lt"/>
              <a:buAutoNum type="arabicPeriod"/>
            </a:pPr>
            <a:r>
              <a:rPr lang="uk-UA" sz="2000" dirty="0"/>
              <a:t>Оперативна пам’ять (</a:t>
            </a:r>
            <a:r>
              <a:rPr lang="en-US" sz="2000" dirty="0"/>
              <a:t>RAM) </a:t>
            </a:r>
            <a:r>
              <a:rPr lang="uk-UA" sz="2000" dirty="0"/>
              <a:t>і енергонезалежна пам’ять (</a:t>
            </a:r>
            <a:r>
              <a:rPr lang="en-US" sz="2000" dirty="0"/>
              <a:t>EEPROM)</a:t>
            </a:r>
          </a:p>
          <a:p>
            <a:pPr marL="742950" lvl="1" indent="-285750">
              <a:buFont typeface="+mj-lt"/>
              <a:buAutoNum type="arabicPeriod"/>
            </a:pPr>
            <a:r>
              <a:rPr lang="uk-UA" sz="2000" dirty="0"/>
              <a:t>Годинники реального часу (</a:t>
            </a:r>
            <a:r>
              <a:rPr lang="en-US" sz="2000" dirty="0"/>
              <a:t>RTC)</a:t>
            </a:r>
          </a:p>
          <a:p>
            <a:pPr marL="742950" lvl="1" indent="-285750">
              <a:buFont typeface="+mj-lt"/>
              <a:buAutoNum type="arabicPeriod"/>
            </a:pPr>
            <a:r>
              <a:rPr lang="uk-UA" sz="2000" dirty="0"/>
              <a:t>АЦП (Аналого-цифрові перетворювачі) і ЦАП (Цифро-аналогові перетворювачі)</a:t>
            </a:r>
          </a:p>
          <a:p>
            <a:r>
              <a:rPr lang="uk-UA" sz="2000" dirty="0"/>
              <a:t>- Спеціалізовані пристрої:</a:t>
            </a:r>
          </a:p>
          <a:p>
            <a:pPr marL="742950" lvl="1" indent="-285750">
              <a:buFont typeface="+mj-lt"/>
              <a:buAutoNum type="arabicPeriod"/>
            </a:pPr>
            <a:r>
              <a:rPr lang="uk-UA" sz="2000" dirty="0"/>
              <a:t>Цифрові тюнери і сигнальні процесори для радіо- та відеосистем</a:t>
            </a:r>
          </a:p>
          <a:p>
            <a:pPr marL="742950" lvl="1" indent="-285750">
              <a:buFont typeface="+mj-lt"/>
              <a:buAutoNum type="arabicPeriod"/>
            </a:pPr>
            <a:r>
              <a:rPr lang="uk-UA" sz="2000" dirty="0"/>
              <a:t>Датчики температури</a:t>
            </a:r>
          </a:p>
          <a:p>
            <a:endParaRPr lang="uk-UA" sz="2000" dirty="0"/>
          </a:p>
        </p:txBody>
      </p:sp>
    </p:spTree>
    <p:extLst>
      <p:ext uri="{BB962C8B-B14F-4D97-AF65-F5344CB8AC3E}">
        <p14:creationId xmlns:p14="http://schemas.microsoft.com/office/powerpoint/2010/main" val="95385083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AAC4237-8077-5E1A-7805-E1E6FABBA3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3424" t="1616" r="4132" b="9731"/>
          <a:stretch/>
        </p:blipFill>
        <p:spPr>
          <a:xfrm>
            <a:off x="467998" y="1196752"/>
            <a:ext cx="8371163" cy="5328592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7688422-A9A8-A6EB-C2C4-611574A09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Приклад використання І2С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B4E19A-AB50-B7EE-AE21-D5F3E69E0FAA}"/>
              </a:ext>
            </a:extLst>
          </p:cNvPr>
          <p:cNvSpPr txBox="1"/>
          <p:nvPr/>
        </p:nvSpPr>
        <p:spPr>
          <a:xfrm>
            <a:off x="5638800" y="2789381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uk-U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0CE14A-39FF-AA72-91F9-5A2AEAB7D586}"/>
              </a:ext>
            </a:extLst>
          </p:cNvPr>
          <p:cNvSpPr txBox="1"/>
          <p:nvPr/>
        </p:nvSpPr>
        <p:spPr>
          <a:xfrm>
            <a:off x="9120336" y="3429000"/>
            <a:ext cx="226675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dirty="0">
                <a:hlinkClick r:id="rId3"/>
              </a:rPr>
              <a:t>https://www.nxp.com/docs/en/user-guide/UM10204.pdf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609555581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49D94-919C-DF64-7BC7-AE9F95B33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Приклад використання І2С</a:t>
            </a:r>
          </a:p>
        </p:txBody>
      </p:sp>
      <p:pic>
        <p:nvPicPr>
          <p:cNvPr id="279" name="Picture 278">
            <a:extLst>
              <a:ext uri="{FF2B5EF4-FFF2-40B4-BE49-F238E27FC236}">
                <a16:creationId xmlns:a16="http://schemas.microsoft.com/office/drawing/2014/main" id="{E28201B7-AE7F-8C68-1B98-4B95046C6B3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31"/>
          <a:stretch/>
        </p:blipFill>
        <p:spPr>
          <a:xfrm>
            <a:off x="479376" y="1169044"/>
            <a:ext cx="11064552" cy="4176464"/>
          </a:xfrm>
          <a:prstGeom prst="rect">
            <a:avLst/>
          </a:prstGeom>
        </p:spPr>
      </p:pic>
      <p:sp>
        <p:nvSpPr>
          <p:cNvPr id="283" name="TextBox 282">
            <a:extLst>
              <a:ext uri="{FF2B5EF4-FFF2-40B4-BE49-F238E27FC236}">
                <a16:creationId xmlns:a16="http://schemas.microsoft.com/office/drawing/2014/main" id="{F091847C-F0CA-7297-3239-4A40748CDBBE}"/>
              </a:ext>
            </a:extLst>
          </p:cNvPr>
          <p:cNvSpPr txBox="1"/>
          <p:nvPr/>
        </p:nvSpPr>
        <p:spPr>
          <a:xfrm>
            <a:off x="191344" y="5345508"/>
            <a:ext cx="1180931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1. </a:t>
            </a:r>
            <a:r>
              <a:rPr lang="ru-RU" dirty="0"/>
              <a:t>Для коректної роботи на обох лініях (SDA і SCL) </a:t>
            </a:r>
            <a:r>
              <a:rPr lang="ru-RU" b="1" dirty="0"/>
              <a:t>обов’язково</a:t>
            </a:r>
            <a:r>
              <a:rPr lang="ru-RU" dirty="0"/>
              <a:t> використовуються підтягувальні резистори</a:t>
            </a:r>
            <a:endParaRPr lang="en-US" dirty="0"/>
          </a:p>
          <a:p>
            <a:r>
              <a:rPr lang="en-US" dirty="0"/>
              <a:t>2.</a:t>
            </a:r>
            <a:r>
              <a:rPr lang="uk-UA" dirty="0"/>
              <a:t> Типова схема реалізації фізичного рівня </a:t>
            </a:r>
            <a:r>
              <a:rPr lang="en-US" dirty="0"/>
              <a:t>I2C </a:t>
            </a:r>
            <a:r>
              <a:rPr lang="uk-UA" dirty="0"/>
              <a:t>показує, як підключаються всі пристрої до спільної шини через підтягувальні резистори (зазвичай 4.7кОм або 10кОм) (розрахунок </a:t>
            </a:r>
            <a:r>
              <a:rPr lang="uk-UA" dirty="0">
                <a:hlinkClick r:id="rId3"/>
              </a:rPr>
              <a:t>тут</a:t>
            </a:r>
            <a:r>
              <a:rPr lang="uk-UA" dirty="0"/>
              <a:t>)</a:t>
            </a:r>
          </a:p>
          <a:p>
            <a:r>
              <a:rPr lang="uk-UA" i="1" dirty="0"/>
              <a:t>Коментар Олега С: Я використовую 2.2кОм, інколи нижчі номінали, залежно від швидкості передачі </a:t>
            </a:r>
            <a:r>
              <a:rPr lang="en-US" i="1" dirty="0"/>
              <a:t> </a:t>
            </a:r>
            <a:endParaRPr lang="uk-UA" i="1" dirty="0"/>
          </a:p>
        </p:txBody>
      </p:sp>
      <p:sp>
        <p:nvSpPr>
          <p:cNvPr id="284" name="Oval 283">
            <a:extLst>
              <a:ext uri="{FF2B5EF4-FFF2-40B4-BE49-F238E27FC236}">
                <a16:creationId xmlns:a16="http://schemas.microsoft.com/office/drawing/2014/main" id="{B1FB1F00-6A8F-74E4-6B8B-51FEC229F68F}"/>
              </a:ext>
            </a:extLst>
          </p:cNvPr>
          <p:cNvSpPr/>
          <p:nvPr/>
        </p:nvSpPr>
        <p:spPr>
          <a:xfrm>
            <a:off x="10128448" y="980728"/>
            <a:ext cx="1415480" cy="1296144"/>
          </a:xfrm>
          <a:prstGeom prst="ellipse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dirty="0"/>
          </a:p>
        </p:txBody>
      </p:sp>
      <p:cxnSp>
        <p:nvCxnSpPr>
          <p:cNvPr id="286" name="Straight Arrow Connector 285">
            <a:extLst>
              <a:ext uri="{FF2B5EF4-FFF2-40B4-BE49-F238E27FC236}">
                <a16:creationId xmlns:a16="http://schemas.microsoft.com/office/drawing/2014/main" id="{1E253B71-F45F-DB0F-2825-9F4F9781C060}"/>
              </a:ext>
            </a:extLst>
          </p:cNvPr>
          <p:cNvCxnSpPr>
            <a:cxnSpLocks/>
          </p:cNvCxnSpPr>
          <p:nvPr/>
        </p:nvCxnSpPr>
        <p:spPr>
          <a:xfrm flipH="1">
            <a:off x="11208568" y="692696"/>
            <a:ext cx="288032" cy="28803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9" name="TextBox 288">
            <a:extLst>
              <a:ext uri="{FF2B5EF4-FFF2-40B4-BE49-F238E27FC236}">
                <a16:creationId xmlns:a16="http://schemas.microsoft.com/office/drawing/2014/main" id="{4E8E40BE-2F51-DF5B-A8E8-088951D60030}"/>
              </a:ext>
            </a:extLst>
          </p:cNvPr>
          <p:cNvSpPr txBox="1"/>
          <p:nvPr/>
        </p:nvSpPr>
        <p:spPr>
          <a:xfrm>
            <a:off x="11442610" y="141394"/>
            <a:ext cx="2880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dirty="0">
                <a:solidFill>
                  <a:srgbClr val="FF0000"/>
                </a:solidFill>
              </a:rPr>
              <a:t>!</a:t>
            </a:r>
            <a:endParaRPr lang="uk-UA" sz="3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0693309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7DE11-058C-11F1-ADD3-E17C20253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З'єднання </a:t>
            </a:r>
            <a:r>
              <a:rPr lang="en-US" dirty="0"/>
              <a:t>I2C </a:t>
            </a:r>
            <a:r>
              <a:rPr lang="uk-UA" dirty="0"/>
              <a:t>ІнтерфейсУ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D08B142-1E58-8E44-717A-491EB827E4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9335" y="1155676"/>
            <a:ext cx="5744649" cy="248934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DA66BFF-2DD4-2D00-5681-0EEDC0218E4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323"/>
          <a:stretch/>
        </p:blipFill>
        <p:spPr>
          <a:xfrm>
            <a:off x="6312024" y="1124744"/>
            <a:ext cx="5745600" cy="2784755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B64E5F3-51A7-E738-846D-C42577473FCD}"/>
              </a:ext>
            </a:extLst>
          </p:cNvPr>
          <p:cNvCxnSpPr/>
          <p:nvPr/>
        </p:nvCxnSpPr>
        <p:spPr>
          <a:xfrm>
            <a:off x="5951984" y="0"/>
            <a:ext cx="0" cy="6453336"/>
          </a:xfrm>
          <a:prstGeom prst="line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5028CDB4-8B7C-BCEA-B853-8994B305ABE1}"/>
              </a:ext>
            </a:extLst>
          </p:cNvPr>
          <p:cNvSpPr txBox="1"/>
          <p:nvPr/>
        </p:nvSpPr>
        <p:spPr>
          <a:xfrm>
            <a:off x="0" y="4077072"/>
            <a:ext cx="595198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 </a:t>
            </a:r>
            <a:r>
              <a:rPr lang="uk-UA" dirty="0"/>
              <a:t>Коли </a:t>
            </a:r>
            <a:r>
              <a:rPr lang="en-US" dirty="0"/>
              <a:t>NMOS </a:t>
            </a:r>
            <a:r>
              <a:rPr lang="uk-UA" dirty="0"/>
              <a:t>увімкнено, лінія</a:t>
            </a:r>
            <a:r>
              <a:rPr lang="en-US" dirty="0"/>
              <a:t> SDA/SCL</a:t>
            </a:r>
            <a:r>
              <a:rPr lang="uk-UA" dirty="0"/>
              <a:t> притягується до низького рівня</a:t>
            </a:r>
            <a:r>
              <a:rPr lang="en-US" dirty="0"/>
              <a:t> (GND)</a:t>
            </a:r>
            <a:r>
              <a:rPr lang="uk-UA" dirty="0"/>
              <a:t> через резистор.</a:t>
            </a:r>
          </a:p>
          <a:p>
            <a:r>
              <a:rPr lang="en-US" dirty="0"/>
              <a:t>2. </a:t>
            </a:r>
            <a:r>
              <a:rPr lang="uk-UA" dirty="0"/>
              <a:t>Перехід від високого до низького рівня відбувається швидко завдяки </a:t>
            </a:r>
            <a:r>
              <a:rPr lang="en-US" dirty="0"/>
              <a:t>NMOS.</a:t>
            </a:r>
          </a:p>
          <a:p>
            <a:r>
              <a:rPr lang="en-US" dirty="0"/>
              <a:t>3. </a:t>
            </a:r>
            <a:r>
              <a:rPr lang="uk-UA" dirty="0"/>
              <a:t>Швидкість переходу залежить від сили керування </a:t>
            </a:r>
            <a:r>
              <a:rPr lang="en-US" dirty="0"/>
              <a:t>NMOS </a:t>
            </a:r>
            <a:r>
              <a:rPr lang="uk-UA" dirty="0"/>
              <a:t>і ємності шини.</a:t>
            </a:r>
          </a:p>
          <a:p>
            <a:endParaRPr lang="uk-UA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4BB6C76-6DEF-943A-9439-0FBAB1371190}"/>
              </a:ext>
            </a:extLst>
          </p:cNvPr>
          <p:cNvSpPr txBox="1"/>
          <p:nvPr/>
        </p:nvSpPr>
        <p:spPr>
          <a:xfrm>
            <a:off x="6023573" y="4061971"/>
            <a:ext cx="616842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 </a:t>
            </a:r>
            <a:r>
              <a:rPr lang="uk-UA" dirty="0"/>
              <a:t>Коли </a:t>
            </a:r>
            <a:r>
              <a:rPr lang="en-US" dirty="0"/>
              <a:t>NMOS </a:t>
            </a:r>
            <a:r>
              <a:rPr lang="uk-UA" dirty="0"/>
              <a:t>вимикається, підтягувальний резистор підтягує лінію </a:t>
            </a:r>
            <a:r>
              <a:rPr lang="en-US" dirty="0"/>
              <a:t>SDA </a:t>
            </a:r>
            <a:r>
              <a:rPr lang="uk-UA" dirty="0"/>
              <a:t>або </a:t>
            </a:r>
            <a:r>
              <a:rPr lang="en-US" dirty="0"/>
              <a:t>SCL </a:t>
            </a:r>
            <a:r>
              <a:rPr lang="uk-UA" dirty="0"/>
              <a:t>до </a:t>
            </a:r>
            <a:r>
              <a:rPr lang="en-US" dirty="0"/>
              <a:t>VDD.</a:t>
            </a:r>
          </a:p>
          <a:p>
            <a:r>
              <a:rPr lang="en-US" dirty="0"/>
              <a:t>2. </a:t>
            </a:r>
            <a:r>
              <a:rPr lang="uk-UA" dirty="0"/>
              <a:t>На малюнку 2-3 показано, як лінія підтягується до високого рівня при вимкненому </a:t>
            </a:r>
            <a:r>
              <a:rPr lang="en-US" dirty="0"/>
              <a:t>NMOS.</a:t>
            </a:r>
          </a:p>
          <a:p>
            <a:r>
              <a:rPr lang="en-US" dirty="0"/>
              <a:t>3. </a:t>
            </a:r>
            <a:r>
              <a:rPr lang="uk-UA" dirty="0"/>
              <a:t>Перехід відбувається повільніше через ємність шини і відсутність активного керування.</a:t>
            </a:r>
          </a:p>
          <a:p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211014217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E1A0A-7ADC-FFD7-2A85-DBD318327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З'єднання </a:t>
            </a:r>
            <a:r>
              <a:rPr lang="en-US" dirty="0"/>
              <a:t>I2C </a:t>
            </a:r>
            <a:r>
              <a:rPr lang="uk-UA" dirty="0"/>
              <a:t>ІнтерфейсУ</a:t>
            </a:r>
            <a:r>
              <a:rPr lang="en-US" dirty="0"/>
              <a:t>. </a:t>
            </a:r>
            <a:r>
              <a:rPr lang="uk-UA" dirty="0"/>
              <a:t>Чому </a:t>
            </a:r>
            <a:r>
              <a:rPr lang="en-US" dirty="0"/>
              <a:t>Open Drain?</a:t>
            </a:r>
            <a:endParaRPr lang="uk-UA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42706AF-3DF1-B32A-1242-8A346477281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35360" y="4771018"/>
            <a:ext cx="11665296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uk-UA" altLang="uk-UA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 Перевага використання відкритого стоку в I2C — відсутність </a:t>
            </a:r>
            <a:r>
              <a:rPr kumimoji="0" lang="uk-UA" altLang="uk-UA" sz="1800" dirty="0">
                <a:latin typeface="Arial" panose="020B0604020202020204" pitchFamily="34" charset="0"/>
              </a:rPr>
              <a:t>короткого замикання (кз) 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на шині.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 Завдяки відкритому стоку кілька пристроїв можуть бути підключені до однієї лінії без кз.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 Якщо будь-який пристрій притягує лінію до низького рівня, лінія буде низькою.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uk-UA" altLang="uk-UA" sz="1800" dirty="0">
                <a:latin typeface="Arial" panose="020B0604020202020204" pitchFamily="34" charset="0"/>
              </a:rPr>
              <a:t>- 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Такий тип підключення є "AND-з’єднанням", де вихід є логічним AND всіх виходів, підключених разом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(дивитись заняття №2😉).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5D067C1-6CD2-7D7B-CDBF-04DC3E7FF3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785"/>
          <a:stretch/>
        </p:blipFill>
        <p:spPr>
          <a:xfrm>
            <a:off x="1751648" y="1196752"/>
            <a:ext cx="8677275" cy="3691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059390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6A717-4C5C-FDF3-24AD-34E820884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З'єднання </a:t>
            </a:r>
            <a:r>
              <a:rPr lang="en-US" dirty="0"/>
              <a:t>I2C </a:t>
            </a:r>
            <a:r>
              <a:rPr lang="uk-UA" dirty="0"/>
              <a:t>ІнтерфейсУ</a:t>
            </a:r>
            <a:r>
              <a:rPr lang="en-US" dirty="0"/>
              <a:t>. </a:t>
            </a:r>
            <a:r>
              <a:rPr lang="uk-UA" dirty="0"/>
              <a:t>Чому не </a:t>
            </a:r>
            <a:r>
              <a:rPr lang="en-US" dirty="0"/>
              <a:t>push pull?</a:t>
            </a:r>
            <a:endParaRPr lang="uk-U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2E33AF7-53E0-2D43-79B3-4A2C694DEB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19535" y="1196752"/>
            <a:ext cx="8337265" cy="3240360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F02C305-849A-C506-52FE-7FF362C27D06}"/>
              </a:ext>
            </a:extLst>
          </p:cNvPr>
          <p:cNvSpPr txBox="1"/>
          <p:nvPr/>
        </p:nvSpPr>
        <p:spPr>
          <a:xfrm>
            <a:off x="233710" y="4581128"/>
            <a:ext cx="1191096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 </a:t>
            </a:r>
            <a:r>
              <a:rPr lang="uk-UA" dirty="0"/>
              <a:t>У випадку з виходом </a:t>
            </a:r>
            <a:r>
              <a:rPr lang="en-US" dirty="0"/>
              <a:t>push-pull, </a:t>
            </a:r>
            <a:r>
              <a:rPr lang="uk-UA" dirty="0"/>
              <a:t>якщо два пристрої активні на шині і один вихід високий, а інший низький, це призводить до колізії</a:t>
            </a:r>
            <a:r>
              <a:rPr lang="en-US" dirty="0"/>
              <a:t> (bus contention)</a:t>
            </a:r>
            <a:r>
              <a:rPr lang="uk-UA" dirty="0"/>
              <a:t>, яка може мати невизначений стан. </a:t>
            </a:r>
            <a:endParaRPr lang="en-US" dirty="0"/>
          </a:p>
          <a:p>
            <a:r>
              <a:rPr lang="en-US" dirty="0"/>
              <a:t>- </a:t>
            </a:r>
            <a:r>
              <a:rPr lang="uk-UA" dirty="0"/>
              <a:t>Такі колізії можуть призвести до того, що лінія встановлюється на середньому рівні напруги, і створюється шлях для великої кількості струму через дуже малий опір. </a:t>
            </a:r>
            <a:endParaRPr lang="en-US" dirty="0"/>
          </a:p>
          <a:p>
            <a:r>
              <a:rPr lang="en-US" dirty="0"/>
              <a:t>- </a:t>
            </a:r>
            <a:r>
              <a:rPr lang="uk-UA" dirty="0"/>
              <a:t>В результаті такої колізії через низький опір може протікати значна кількість струму, що може пошкодити пристрої.</a:t>
            </a:r>
          </a:p>
        </p:txBody>
      </p:sp>
    </p:spTree>
    <p:extLst>
      <p:ext uri="{BB962C8B-B14F-4D97-AF65-F5344CB8AC3E}">
        <p14:creationId xmlns:p14="http://schemas.microsoft.com/office/powerpoint/2010/main" val="2183596730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22668-AC09-C138-879A-287E018B1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999" y="609538"/>
            <a:ext cx="11244575" cy="443198"/>
          </a:xfrm>
        </p:spPr>
        <p:txBody>
          <a:bodyPr/>
          <a:lstStyle/>
          <a:p>
            <a:r>
              <a:rPr lang="uk-UA" dirty="0"/>
              <a:t>Протокол і інтерфейс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DB7288B-C5DB-2C1F-1041-EEFB9FF59F4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91344" y="1268760"/>
            <a:ext cx="12000656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uk-UA" altLang="uk-UA" sz="2000" b="1" dirty="0">
                <a:latin typeface="Arial" panose="020B0604020202020204" pitchFamily="34" charset="0"/>
              </a:rPr>
              <a:t>Протокол </a:t>
            </a:r>
            <a:r>
              <a:rPr kumimoji="0" lang="uk-UA" altLang="uk-UA" sz="2000" dirty="0">
                <a:latin typeface="Arial" panose="020B0604020202020204" pitchFamily="34" charset="0"/>
              </a:rPr>
              <a:t>- це набір правил і стандартів для обміну даними між пристроями. Визначає, як дані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uk-UA" altLang="uk-UA" sz="2000" dirty="0">
                <a:latin typeface="Arial" panose="020B0604020202020204" pitchFamily="34" charset="0"/>
              </a:rPr>
              <a:t>передаються, як відбувається синхронізація та як обробляються помилки. Протокол описує, які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uk-UA" altLang="uk-UA" sz="2000" dirty="0">
                <a:latin typeface="Arial" panose="020B0604020202020204" pitchFamily="34" charset="0"/>
              </a:rPr>
              <a:t>дії повинні виконуватись для правильного обміну інформацією.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uk-UA" altLang="uk-UA" sz="20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uk-UA" altLang="uk-UA" sz="2000" b="1" dirty="0">
                <a:latin typeface="Arial" panose="020B0604020202020204" pitchFamily="34" charset="0"/>
              </a:rPr>
              <a:t>Інтерфейс</a:t>
            </a:r>
            <a:r>
              <a:rPr kumimoji="0" lang="uk-UA" altLang="uk-UA" sz="2000" dirty="0">
                <a:latin typeface="Arial" panose="020B0604020202020204" pitchFamily="34" charset="0"/>
              </a:rPr>
              <a:t> - це 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фізичний або логічний канал для з’єднання пристроїв, що дозволяє їм взаємодіяти.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Інтерфейс включає апаратну частину (наприклад, порти, роз'єми) та протокол обміну даними.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Інакше кажучи, інтерфейс — це середовище, через яке реалізується протокол.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uk-UA" altLang="uk-UA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9924982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77793-5C0E-B4B5-B6BB-A63689424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I2C </a:t>
            </a:r>
            <a:r>
              <a:rPr lang="uk-UA" dirty="0"/>
              <a:t>протокол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B071B01-C315-2FAB-01E7-C042D1A06E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12578" y="1159131"/>
            <a:ext cx="3600400" cy="247968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2B06687-B20A-1E7A-D3B1-715F00C026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6299" y="0"/>
            <a:ext cx="4486275" cy="3429000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1E44BE3-3A26-CAA5-965D-5B7F9EED7813}"/>
              </a:ext>
            </a:extLst>
          </p:cNvPr>
          <p:cNvCxnSpPr/>
          <p:nvPr/>
        </p:nvCxnSpPr>
        <p:spPr>
          <a:xfrm>
            <a:off x="6600056" y="0"/>
            <a:ext cx="0" cy="6453336"/>
          </a:xfrm>
          <a:prstGeom prst="line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379B22C-1C7F-0C34-4A4F-BE3488C9837C}"/>
              </a:ext>
            </a:extLst>
          </p:cNvPr>
          <p:cNvSpPr txBox="1"/>
          <p:nvPr/>
        </p:nvSpPr>
        <p:spPr>
          <a:xfrm>
            <a:off x="119340" y="3705991"/>
            <a:ext cx="648071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/>
              <a:t>- </a:t>
            </a:r>
            <a:r>
              <a:rPr lang="en-US" dirty="0"/>
              <a:t>I2C </a:t>
            </a:r>
            <a:r>
              <a:rPr lang="uk-UA" dirty="0"/>
              <a:t>комунікація починається з умови </a:t>
            </a:r>
            <a:r>
              <a:rPr lang="en-US" dirty="0"/>
              <a:t>START </a:t>
            </a:r>
            <a:r>
              <a:rPr lang="uk-UA" dirty="0"/>
              <a:t>від контролера. </a:t>
            </a:r>
          </a:p>
          <a:p>
            <a:r>
              <a:rPr lang="uk-UA" dirty="0"/>
              <a:t>- Якщо шина вільна, контролер захоплює її, посилаючи </a:t>
            </a:r>
            <a:r>
              <a:rPr lang="en-US" dirty="0"/>
              <a:t>START: </a:t>
            </a:r>
            <a:r>
              <a:rPr lang="uk-UA" b="1" dirty="0"/>
              <a:t>спочатку </a:t>
            </a:r>
            <a:r>
              <a:rPr lang="en-US" b="1" dirty="0"/>
              <a:t>SDA, </a:t>
            </a:r>
            <a:r>
              <a:rPr lang="uk-UA" b="1" dirty="0"/>
              <a:t>потім </a:t>
            </a:r>
            <a:r>
              <a:rPr lang="en-US" b="1" dirty="0"/>
              <a:t>SCL </a:t>
            </a:r>
            <a:r>
              <a:rPr lang="uk-UA" b="1" dirty="0"/>
              <a:t>до низького рівня</a:t>
            </a:r>
            <a:r>
              <a:rPr lang="uk-UA" dirty="0"/>
              <a:t>. </a:t>
            </a:r>
          </a:p>
          <a:p>
            <a:r>
              <a:rPr lang="uk-UA" dirty="0"/>
              <a:t>- Це сигналізує про захоплення шини та блокування комунікації інших контролерів. </a:t>
            </a:r>
          </a:p>
          <a:p>
            <a:r>
              <a:rPr lang="uk-UA" dirty="0"/>
              <a:t>- Після завершення комунікації </a:t>
            </a:r>
            <a:r>
              <a:rPr lang="en-US" dirty="0"/>
              <a:t>SCL </a:t>
            </a:r>
            <a:r>
              <a:rPr lang="uk-UA" dirty="0"/>
              <a:t>і </a:t>
            </a:r>
            <a:r>
              <a:rPr lang="en-US" dirty="0"/>
              <a:t>SDA </a:t>
            </a:r>
            <a:r>
              <a:rPr lang="uk-UA" dirty="0"/>
              <a:t>підтягуються до високого рівня, що вказує на умову </a:t>
            </a:r>
            <a:r>
              <a:rPr lang="en-US" dirty="0"/>
              <a:t>STOP. </a:t>
            </a:r>
            <a:endParaRPr lang="uk-UA" dirty="0"/>
          </a:p>
          <a:p>
            <a:r>
              <a:rPr lang="uk-UA" dirty="0"/>
              <a:t>- Умова </a:t>
            </a:r>
            <a:r>
              <a:rPr lang="en-US" dirty="0"/>
              <a:t>STOP </a:t>
            </a:r>
            <a:r>
              <a:rPr lang="uk-UA" dirty="0"/>
              <a:t>звільняє шину для інших контролерів.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DF6D914-B9B2-5C43-D30A-CF293F9F0211}"/>
              </a:ext>
            </a:extLst>
          </p:cNvPr>
          <p:cNvSpPr txBox="1"/>
          <p:nvPr/>
        </p:nvSpPr>
        <p:spPr>
          <a:xfrm>
            <a:off x="6722246" y="3314015"/>
            <a:ext cx="546975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dirty="0"/>
              <a:t>- I2C використовує біти (0,1) для комунікації. </a:t>
            </a:r>
          </a:p>
          <a:p>
            <a:r>
              <a:rPr lang="uk-UA" dirty="0"/>
              <a:t>- SDA передає дані, а SCL синхронізує передачу. </a:t>
            </a:r>
          </a:p>
          <a:p>
            <a:r>
              <a:rPr lang="uk-UA" dirty="0"/>
              <a:t>- </a:t>
            </a:r>
            <a:r>
              <a:rPr lang="uk-UA" b="1" dirty="0"/>
              <a:t>1</a:t>
            </a:r>
            <a:r>
              <a:rPr lang="uk-UA" dirty="0"/>
              <a:t>: SDA не змінюється, резистор підтягує лінію до високого рівня. </a:t>
            </a:r>
          </a:p>
          <a:p>
            <a:r>
              <a:rPr lang="uk-UA" dirty="0"/>
              <a:t>- </a:t>
            </a:r>
            <a:r>
              <a:rPr lang="uk-UA" b="1" dirty="0"/>
              <a:t>0</a:t>
            </a:r>
            <a:r>
              <a:rPr lang="uk-UA" dirty="0"/>
              <a:t>: SDA притягує лінію до низького рівня. </a:t>
            </a:r>
          </a:p>
          <a:p>
            <a:r>
              <a:rPr lang="uk-UA" dirty="0"/>
              <a:t>- Біт передається під час тактування SCL. </a:t>
            </a:r>
          </a:p>
          <a:p>
            <a:r>
              <a:rPr lang="uk-UA" dirty="0"/>
              <a:t>- SDA не змінюється між фронтами SCL для дійсного біта.</a:t>
            </a:r>
          </a:p>
          <a:p>
            <a:r>
              <a:rPr lang="uk-UA" dirty="0"/>
              <a:t>- Зміни SDA між фронтами SCL — умови </a:t>
            </a:r>
            <a:r>
              <a:rPr lang="uk-UA" b="1" dirty="0"/>
              <a:t>START </a:t>
            </a:r>
            <a:r>
              <a:rPr lang="uk-UA" dirty="0"/>
              <a:t>або </a:t>
            </a:r>
            <a:r>
              <a:rPr lang="uk-UA" b="1" dirty="0"/>
              <a:t>STOP</a:t>
            </a:r>
            <a:r>
              <a:rPr lang="uk-UA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30092430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6A4F0-2AC7-ED3F-94AC-627BE77CE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I2C </a:t>
            </a:r>
            <a:r>
              <a:rPr lang="uk-UA" dirty="0"/>
              <a:t>протокол. Початок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C20296-14C8-0A1E-5F35-C84CCE35D27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538"/>
          <a:stretch/>
        </p:blipFill>
        <p:spPr>
          <a:xfrm>
            <a:off x="468000" y="1159808"/>
            <a:ext cx="11244574" cy="263658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A13F8EE-7C03-7439-6F65-C81EB9021D1D}"/>
              </a:ext>
            </a:extLst>
          </p:cNvPr>
          <p:cNvSpPr txBox="1"/>
          <p:nvPr/>
        </p:nvSpPr>
        <p:spPr>
          <a:xfrm>
            <a:off x="161966" y="3812165"/>
            <a:ext cx="1185664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uk-UA" dirty="0">
                <a:latin typeface="Arial" panose="020B0604020202020204" pitchFamily="34" charset="0"/>
              </a:rPr>
              <a:t>- 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Протокол I2C розділений на фрейми. Комунікація починається з адресного фрейму після START.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 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Адресний фрейм супроводжується одним або кількома даними фреймами, кожен з яких складається з одного байта.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 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Кожен фрейм має біт підтвердження для індикації отримання даних цільовим пристроєм або контролером.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 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Контролер ініціює START, спочатку притягуючи SDA, потім SCL для захоплення шини.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 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Кожен пристрій I2C має унікальну адресу. Адреса складається з 7 бітів, що дозволяє мати до 128 унікальних адрес.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uk-UA" dirty="0">
                <a:latin typeface="Arial" panose="020B0604020202020204" pitchFamily="34" charset="0"/>
              </a:rPr>
              <a:t>- 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Адреса передається через SDA (дані) та SCL (тактовий сигнал). </a:t>
            </a:r>
          </a:p>
        </p:txBody>
      </p:sp>
    </p:spTree>
    <p:extLst>
      <p:ext uri="{BB962C8B-B14F-4D97-AF65-F5344CB8AC3E}">
        <p14:creationId xmlns:p14="http://schemas.microsoft.com/office/powerpoint/2010/main" val="65863185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E970F-C0F9-101F-0FB7-71B1C1C88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I2C </a:t>
            </a:r>
            <a:r>
              <a:rPr lang="uk-UA" dirty="0"/>
              <a:t>протокол. Продовження...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034BEC8-CEBE-A3F9-75A7-7FD836B74B0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7328" y="3934895"/>
            <a:ext cx="12144672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 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8-й біт після адреси — це біт читання/запису (R/W): 1 — для читання, 0 — для запису.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 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Після кожного байта даних додається біт ACK для підтвердження успішної передачі.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uk-UA" sz="1800" dirty="0">
                <a:latin typeface="Arial" panose="020B0604020202020204" pitchFamily="34" charset="0"/>
              </a:rPr>
              <a:t>- 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Після передачі адреси цільовий пристрій підтверджує отримання, притягуючи SDA під час такту SCL.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 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Якщо біт високий — NACK, комунікація не вдалася.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 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Після адресного фрейму йдуть один або більше даних фреймів. Кожен фрейм має ACK після передачі байта.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 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Після завершення комунікації контролер відправляє STOP умову: спочатку звільняється SCL, потім SDA.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 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Це базовий протокол для I2C комунікації між контролером і цільовим пристроєм.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 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У деяких випадках, для зчитування з пристрою, спочатку відправляється запис для вказання реєстру для читання.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4E25C12-401E-D899-07EF-0C29704658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538"/>
          <a:stretch/>
        </p:blipFill>
        <p:spPr>
          <a:xfrm>
            <a:off x="468000" y="1159808"/>
            <a:ext cx="11244574" cy="2636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773908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7846E-9C86-E515-D007-EAEE10B79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write command</a:t>
            </a:r>
            <a:endParaRPr lang="uk-UA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5AB43FD-625D-D572-7683-8F9B067E11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377" y="1179938"/>
            <a:ext cx="11142775" cy="2177054"/>
          </a:xfrm>
          <a:prstGeom prst="rect">
            <a:avLst/>
          </a:prstGeom>
        </p:spPr>
      </p:pic>
      <p:sp>
        <p:nvSpPr>
          <p:cNvPr id="16" name="Left Brace 15">
            <a:extLst>
              <a:ext uri="{FF2B5EF4-FFF2-40B4-BE49-F238E27FC236}">
                <a16:creationId xmlns:a16="http://schemas.microsoft.com/office/drawing/2014/main" id="{AF79D471-E673-CB68-11EB-E4F4D80ABBC6}"/>
              </a:ext>
            </a:extLst>
          </p:cNvPr>
          <p:cNvSpPr/>
          <p:nvPr/>
        </p:nvSpPr>
        <p:spPr>
          <a:xfrm rot="16200000">
            <a:off x="1027118" y="3205094"/>
            <a:ext cx="288032" cy="576064"/>
          </a:xfrm>
          <a:prstGeom prst="leftBrace">
            <a:avLst>
              <a:gd name="adj1" fmla="val 33987"/>
              <a:gd name="adj2" fmla="val 50000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r"/>
            <a:endParaRPr lang="uk-UA" dirty="0"/>
          </a:p>
        </p:txBody>
      </p:sp>
      <p:sp>
        <p:nvSpPr>
          <p:cNvPr id="17" name="Left Brace 16">
            <a:extLst>
              <a:ext uri="{FF2B5EF4-FFF2-40B4-BE49-F238E27FC236}">
                <a16:creationId xmlns:a16="http://schemas.microsoft.com/office/drawing/2014/main" id="{39DE51D3-AA42-B3AA-36D9-F6CD334A5246}"/>
              </a:ext>
            </a:extLst>
          </p:cNvPr>
          <p:cNvSpPr/>
          <p:nvPr/>
        </p:nvSpPr>
        <p:spPr>
          <a:xfrm rot="16200000">
            <a:off x="2611294" y="2268991"/>
            <a:ext cx="288032" cy="2448272"/>
          </a:xfrm>
          <a:prstGeom prst="leftBrace">
            <a:avLst>
              <a:gd name="adj1" fmla="val 33987"/>
              <a:gd name="adj2" fmla="val 50000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r"/>
            <a:endParaRPr lang="uk-UA" dirty="0"/>
          </a:p>
        </p:txBody>
      </p:sp>
      <p:sp>
        <p:nvSpPr>
          <p:cNvPr id="18" name="Left Brace 17">
            <a:extLst>
              <a:ext uri="{FF2B5EF4-FFF2-40B4-BE49-F238E27FC236}">
                <a16:creationId xmlns:a16="http://schemas.microsoft.com/office/drawing/2014/main" id="{3E9FDFBD-D74C-6461-5843-C604058C0AE1}"/>
              </a:ext>
            </a:extLst>
          </p:cNvPr>
          <p:cNvSpPr/>
          <p:nvPr/>
        </p:nvSpPr>
        <p:spPr>
          <a:xfrm rot="16200000">
            <a:off x="4411495" y="3349111"/>
            <a:ext cx="288032" cy="288031"/>
          </a:xfrm>
          <a:prstGeom prst="leftBrace">
            <a:avLst>
              <a:gd name="adj1" fmla="val 33987"/>
              <a:gd name="adj2" fmla="val 50000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r"/>
            <a:endParaRPr lang="uk-UA" dirty="0"/>
          </a:p>
        </p:txBody>
      </p:sp>
      <p:sp>
        <p:nvSpPr>
          <p:cNvPr id="19" name="Left Brace 18">
            <a:extLst>
              <a:ext uri="{FF2B5EF4-FFF2-40B4-BE49-F238E27FC236}">
                <a16:creationId xmlns:a16="http://schemas.microsoft.com/office/drawing/2014/main" id="{FAD02F04-217D-CF0E-5C05-02D7716C18A6}"/>
              </a:ext>
            </a:extLst>
          </p:cNvPr>
          <p:cNvSpPr/>
          <p:nvPr/>
        </p:nvSpPr>
        <p:spPr>
          <a:xfrm rot="16200000">
            <a:off x="6081839" y="2067128"/>
            <a:ext cx="288032" cy="2851998"/>
          </a:xfrm>
          <a:prstGeom prst="leftBrace">
            <a:avLst>
              <a:gd name="adj1" fmla="val 33987"/>
              <a:gd name="adj2" fmla="val 50000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r"/>
            <a:endParaRPr lang="uk-UA" dirty="0"/>
          </a:p>
        </p:txBody>
      </p:sp>
      <p:sp>
        <p:nvSpPr>
          <p:cNvPr id="20" name="Left Brace 19">
            <a:extLst>
              <a:ext uri="{FF2B5EF4-FFF2-40B4-BE49-F238E27FC236}">
                <a16:creationId xmlns:a16="http://schemas.microsoft.com/office/drawing/2014/main" id="{693E3AAB-C4F1-78A5-FC02-4968D706A665}"/>
              </a:ext>
            </a:extLst>
          </p:cNvPr>
          <p:cNvSpPr/>
          <p:nvPr/>
        </p:nvSpPr>
        <p:spPr>
          <a:xfrm rot="16200000">
            <a:off x="7752183" y="3349111"/>
            <a:ext cx="288032" cy="288031"/>
          </a:xfrm>
          <a:prstGeom prst="leftBrace">
            <a:avLst>
              <a:gd name="adj1" fmla="val 33987"/>
              <a:gd name="adj2" fmla="val 50000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r"/>
            <a:endParaRPr lang="uk-UA" dirty="0"/>
          </a:p>
        </p:txBody>
      </p:sp>
      <p:sp>
        <p:nvSpPr>
          <p:cNvPr id="21" name="Left Brace 20">
            <a:extLst>
              <a:ext uri="{FF2B5EF4-FFF2-40B4-BE49-F238E27FC236}">
                <a16:creationId xmlns:a16="http://schemas.microsoft.com/office/drawing/2014/main" id="{B5DF5236-54B9-54C3-7B4A-B1090BA949E2}"/>
              </a:ext>
            </a:extLst>
          </p:cNvPr>
          <p:cNvSpPr/>
          <p:nvPr/>
        </p:nvSpPr>
        <p:spPr>
          <a:xfrm rot="16200000">
            <a:off x="9394206" y="2067127"/>
            <a:ext cx="288032" cy="2851998"/>
          </a:xfrm>
          <a:prstGeom prst="leftBrace">
            <a:avLst>
              <a:gd name="adj1" fmla="val 33987"/>
              <a:gd name="adj2" fmla="val 50000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r"/>
            <a:endParaRPr lang="uk-UA" dirty="0"/>
          </a:p>
        </p:txBody>
      </p:sp>
      <p:sp>
        <p:nvSpPr>
          <p:cNvPr id="22" name="Left Brace 21">
            <a:extLst>
              <a:ext uri="{FF2B5EF4-FFF2-40B4-BE49-F238E27FC236}">
                <a16:creationId xmlns:a16="http://schemas.microsoft.com/office/drawing/2014/main" id="{16D61CF7-F257-BB97-4A70-5A783A761C27}"/>
              </a:ext>
            </a:extLst>
          </p:cNvPr>
          <p:cNvSpPr/>
          <p:nvPr/>
        </p:nvSpPr>
        <p:spPr>
          <a:xfrm rot="16200000">
            <a:off x="11014504" y="3349111"/>
            <a:ext cx="288032" cy="288031"/>
          </a:xfrm>
          <a:prstGeom prst="leftBrace">
            <a:avLst>
              <a:gd name="adj1" fmla="val 33987"/>
              <a:gd name="adj2" fmla="val 50000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r"/>
            <a:endParaRPr lang="uk-UA" dirty="0"/>
          </a:p>
        </p:txBody>
      </p:sp>
      <p:sp>
        <p:nvSpPr>
          <p:cNvPr id="23" name="Left Brace 22">
            <a:extLst>
              <a:ext uri="{FF2B5EF4-FFF2-40B4-BE49-F238E27FC236}">
                <a16:creationId xmlns:a16="http://schemas.microsoft.com/office/drawing/2014/main" id="{99213424-96E8-44E5-822A-FCE4551DCD5B}"/>
              </a:ext>
            </a:extLst>
          </p:cNvPr>
          <p:cNvSpPr/>
          <p:nvPr/>
        </p:nvSpPr>
        <p:spPr>
          <a:xfrm rot="16200000">
            <a:off x="11496600" y="3205094"/>
            <a:ext cx="288032" cy="576064"/>
          </a:xfrm>
          <a:prstGeom prst="leftBrace">
            <a:avLst>
              <a:gd name="adj1" fmla="val 33987"/>
              <a:gd name="adj2" fmla="val 50000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r"/>
            <a:endParaRPr lang="uk-UA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D5663A2-29E0-5739-5A91-B81338D15AAA}"/>
              </a:ext>
            </a:extLst>
          </p:cNvPr>
          <p:cNvSpPr txBox="1"/>
          <p:nvPr/>
        </p:nvSpPr>
        <p:spPr>
          <a:xfrm rot="16200000">
            <a:off x="820102" y="3907571"/>
            <a:ext cx="7020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</a:rPr>
              <a:t>Start</a:t>
            </a:r>
            <a:endParaRPr lang="uk-UA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A2C5AFE-DCA7-D7BB-549F-7CE178F67CB1}"/>
              </a:ext>
            </a:extLst>
          </p:cNvPr>
          <p:cNvSpPr txBox="1"/>
          <p:nvPr/>
        </p:nvSpPr>
        <p:spPr>
          <a:xfrm>
            <a:off x="1670568" y="3707573"/>
            <a:ext cx="22605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</a:rPr>
              <a:t>Target device address (0x08)</a:t>
            </a:r>
            <a:endParaRPr lang="uk-UA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9308CD6-A913-D993-D944-FA8054B76AB2}"/>
              </a:ext>
            </a:extLst>
          </p:cNvPr>
          <p:cNvSpPr txBox="1"/>
          <p:nvPr/>
        </p:nvSpPr>
        <p:spPr>
          <a:xfrm rot="16200000">
            <a:off x="4224074" y="3963634"/>
            <a:ext cx="6701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ACK</a:t>
            </a:r>
          </a:p>
        </p:txBody>
      </p:sp>
      <p:sp>
        <p:nvSpPr>
          <p:cNvPr id="29" name="Left Brace 28">
            <a:extLst>
              <a:ext uri="{FF2B5EF4-FFF2-40B4-BE49-F238E27FC236}">
                <a16:creationId xmlns:a16="http://schemas.microsoft.com/office/drawing/2014/main" id="{EC8AE2C7-E358-C339-D69B-A2FF7999C1EC}"/>
              </a:ext>
            </a:extLst>
          </p:cNvPr>
          <p:cNvSpPr/>
          <p:nvPr/>
        </p:nvSpPr>
        <p:spPr>
          <a:xfrm rot="16200000">
            <a:off x="4051455" y="3349111"/>
            <a:ext cx="288032" cy="288031"/>
          </a:xfrm>
          <a:prstGeom prst="leftBrace">
            <a:avLst>
              <a:gd name="adj1" fmla="val 33987"/>
              <a:gd name="adj2" fmla="val 50000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r"/>
            <a:endParaRPr lang="uk-UA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40E41E6-219D-ECF4-A6ED-78BCB3551F38}"/>
              </a:ext>
            </a:extLst>
          </p:cNvPr>
          <p:cNvSpPr txBox="1"/>
          <p:nvPr/>
        </p:nvSpPr>
        <p:spPr>
          <a:xfrm rot="16200000">
            <a:off x="3768071" y="3952581"/>
            <a:ext cx="7920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R/</a:t>
            </a:r>
            <a:r>
              <a:rPr lang="en-US" dirty="0" err="1"/>
              <a:t>nW</a:t>
            </a:r>
            <a:endParaRPr 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FB95F43-8378-6BAA-C14F-2C55C5234008}"/>
              </a:ext>
            </a:extLst>
          </p:cNvPr>
          <p:cNvSpPr txBox="1"/>
          <p:nvPr/>
        </p:nvSpPr>
        <p:spPr>
          <a:xfrm>
            <a:off x="4947186" y="3707574"/>
            <a:ext cx="25856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</a:rPr>
              <a:t>Target register address to write (0x7A)</a:t>
            </a:r>
            <a:endParaRPr lang="uk-UA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86EBD3A-3758-DD7A-C070-07F3E118DA8B}"/>
              </a:ext>
            </a:extLst>
          </p:cNvPr>
          <p:cNvSpPr txBox="1"/>
          <p:nvPr/>
        </p:nvSpPr>
        <p:spPr>
          <a:xfrm rot="16200000">
            <a:off x="7561113" y="3834152"/>
            <a:ext cx="6701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ACK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F1F62DE-5AB0-6510-0AC0-40200AF538EC}"/>
              </a:ext>
            </a:extLst>
          </p:cNvPr>
          <p:cNvSpPr txBox="1"/>
          <p:nvPr/>
        </p:nvSpPr>
        <p:spPr>
          <a:xfrm>
            <a:off x="8259549" y="3692861"/>
            <a:ext cx="25856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</a:rPr>
              <a:t>Data (0x55)</a:t>
            </a:r>
            <a:endParaRPr lang="uk-UA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ACA3046-09A0-2D9A-14E8-E71208216473}"/>
              </a:ext>
            </a:extLst>
          </p:cNvPr>
          <p:cNvSpPr txBox="1"/>
          <p:nvPr/>
        </p:nvSpPr>
        <p:spPr>
          <a:xfrm rot="16200000">
            <a:off x="10825563" y="3802688"/>
            <a:ext cx="6701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ACK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40598A6-FC9E-3BE0-CBB3-EDDAC9B65704}"/>
              </a:ext>
            </a:extLst>
          </p:cNvPr>
          <p:cNvSpPr txBox="1"/>
          <p:nvPr/>
        </p:nvSpPr>
        <p:spPr>
          <a:xfrm rot="16200000">
            <a:off x="11274027" y="3786742"/>
            <a:ext cx="7020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</a:rPr>
              <a:t>Stop</a:t>
            </a:r>
            <a:endParaRPr lang="uk-UA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F1F4223-A4A8-937E-D10E-0CCEC9575CD1}"/>
              </a:ext>
            </a:extLst>
          </p:cNvPr>
          <p:cNvSpPr txBox="1"/>
          <p:nvPr/>
        </p:nvSpPr>
        <p:spPr>
          <a:xfrm>
            <a:off x="119336" y="4566027"/>
            <a:ext cx="1202533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Random I2C Write (</a:t>
            </a:r>
            <a:r>
              <a:rPr lang="uk-UA" b="1" dirty="0"/>
              <a:t>Випадковий запис </a:t>
            </a:r>
            <a:r>
              <a:rPr lang="en-US" b="1" dirty="0"/>
              <a:t>I2C)</a:t>
            </a:r>
            <a:endParaRPr lang="en-US" dirty="0"/>
          </a:p>
          <a:p>
            <a:r>
              <a:rPr lang="en-US" dirty="0"/>
              <a:t>- </a:t>
            </a:r>
            <a:r>
              <a:rPr lang="uk-UA" dirty="0"/>
              <a:t>Контролер надсилає умову </a:t>
            </a:r>
            <a:r>
              <a:rPr lang="en-US" dirty="0"/>
              <a:t>START, </a:t>
            </a:r>
            <a:r>
              <a:rPr lang="uk-UA" dirty="0"/>
              <a:t>щоб захопити шину.</a:t>
            </a:r>
          </a:p>
          <a:p>
            <a:r>
              <a:rPr lang="en-US" dirty="0"/>
              <a:t>- </a:t>
            </a:r>
            <a:r>
              <a:rPr lang="uk-UA" dirty="0"/>
              <a:t>Відправляється адресний фрейм з 7-бітною адресою пристрою і бітом запису (</a:t>
            </a:r>
            <a:r>
              <a:rPr lang="en-US" dirty="0"/>
              <a:t>R/W = 0).</a:t>
            </a:r>
          </a:p>
          <a:p>
            <a:r>
              <a:rPr lang="en-US" dirty="0"/>
              <a:t>- </a:t>
            </a:r>
            <a:r>
              <a:rPr lang="uk-UA" dirty="0"/>
              <a:t>Після отримання </a:t>
            </a:r>
            <a:r>
              <a:rPr lang="en-US" dirty="0"/>
              <a:t>ACK </a:t>
            </a:r>
            <a:r>
              <a:rPr lang="uk-UA" dirty="0"/>
              <a:t>від </a:t>
            </a:r>
            <a:r>
              <a:rPr lang="en-US" b="1" dirty="0"/>
              <a:t>Target</a:t>
            </a:r>
            <a:r>
              <a:rPr lang="uk-UA" dirty="0"/>
              <a:t> пристрою контролер надсилає адресу внутрішнього регістра, куди будуть записані дані.</a:t>
            </a:r>
          </a:p>
          <a:p>
            <a:r>
              <a:rPr lang="en-US" dirty="0"/>
              <a:t>- </a:t>
            </a:r>
            <a:r>
              <a:rPr lang="uk-UA" dirty="0"/>
              <a:t>Контролер передає байт даних, який потрібно записати, і чекає </a:t>
            </a:r>
            <a:r>
              <a:rPr lang="en-US" dirty="0"/>
              <a:t>ACK </a:t>
            </a:r>
            <a:r>
              <a:rPr lang="uk-UA" dirty="0"/>
              <a:t>від цільового пристрою.</a:t>
            </a:r>
          </a:p>
          <a:p>
            <a:r>
              <a:rPr lang="en-US" dirty="0"/>
              <a:t>- </a:t>
            </a:r>
            <a:r>
              <a:rPr lang="uk-UA" dirty="0"/>
              <a:t>Після успішного запису контролер завершує комунікацію, надсилаючи </a:t>
            </a:r>
            <a:r>
              <a:rPr lang="en-US" dirty="0"/>
              <a:t>STOP </a:t>
            </a:r>
            <a:r>
              <a:rPr lang="uk-UA" dirty="0"/>
              <a:t>умову.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D59E0C4-8047-6715-924C-428BBA613C2F}"/>
              </a:ext>
            </a:extLst>
          </p:cNvPr>
          <p:cNvSpPr txBox="1"/>
          <p:nvPr/>
        </p:nvSpPr>
        <p:spPr>
          <a:xfrm>
            <a:off x="109775" y="1463882"/>
            <a:ext cx="6676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SDA</a:t>
            </a:r>
            <a:endParaRPr lang="uk-UA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0AA4BAB-9656-177C-B0E2-F8D8310792E4}"/>
              </a:ext>
            </a:extLst>
          </p:cNvPr>
          <p:cNvSpPr txBox="1"/>
          <p:nvPr/>
        </p:nvSpPr>
        <p:spPr>
          <a:xfrm>
            <a:off x="109775" y="2635738"/>
            <a:ext cx="6676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SCL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400113854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EF2A5-9E4F-6F2D-A8EF-9E477A1FA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Sequential Write command</a:t>
            </a:r>
            <a:endParaRPr lang="uk-U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152134F-97CB-67C4-D573-DE7B87C577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4802" y="1181663"/>
            <a:ext cx="11604665" cy="2289965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0FF5800-E272-4DED-55E4-5A389D9A1425}"/>
              </a:ext>
            </a:extLst>
          </p:cNvPr>
          <p:cNvSpPr txBox="1"/>
          <p:nvPr/>
        </p:nvSpPr>
        <p:spPr>
          <a:xfrm>
            <a:off x="161135" y="4693251"/>
            <a:ext cx="1166529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Sequential I2C Write (</a:t>
            </a:r>
            <a:r>
              <a:rPr lang="uk-UA" b="1" dirty="0"/>
              <a:t>Послідовний запис </a:t>
            </a:r>
            <a:r>
              <a:rPr lang="en-US" b="1" dirty="0"/>
              <a:t>I2C)</a:t>
            </a:r>
            <a:endParaRPr lang="en-US" dirty="0"/>
          </a:p>
          <a:p>
            <a:r>
              <a:rPr lang="uk-UA" dirty="0"/>
              <a:t>- Контролер ініціює </a:t>
            </a:r>
            <a:r>
              <a:rPr lang="en-US" dirty="0"/>
              <a:t>START </a:t>
            </a:r>
            <a:r>
              <a:rPr lang="uk-UA" dirty="0"/>
              <a:t>і відправляє адресу пристрою з бітом запису (</a:t>
            </a:r>
            <a:r>
              <a:rPr lang="en-US" dirty="0"/>
              <a:t>R/W = 0).</a:t>
            </a:r>
          </a:p>
          <a:p>
            <a:r>
              <a:rPr lang="uk-UA" dirty="0"/>
              <a:t>- Після </a:t>
            </a:r>
            <a:r>
              <a:rPr lang="en-US" dirty="0"/>
              <a:t>ACK </a:t>
            </a:r>
            <a:r>
              <a:rPr lang="uk-UA" dirty="0"/>
              <a:t>надсилається адреса внутрішнього регістра.</a:t>
            </a:r>
          </a:p>
          <a:p>
            <a:r>
              <a:rPr lang="uk-UA" dirty="0"/>
              <a:t>- Контролер послідовно передає кілька байтів даних. Після кожного байта </a:t>
            </a:r>
            <a:r>
              <a:rPr lang="en-US" b="1" dirty="0"/>
              <a:t>Target</a:t>
            </a:r>
            <a:r>
              <a:rPr lang="uk-UA" b="1" dirty="0"/>
              <a:t> </a:t>
            </a:r>
            <a:r>
              <a:rPr lang="uk-UA" dirty="0"/>
              <a:t>відповідає </a:t>
            </a:r>
            <a:r>
              <a:rPr lang="en-US" dirty="0"/>
              <a:t>ACK.</a:t>
            </a:r>
          </a:p>
          <a:p>
            <a:r>
              <a:rPr lang="uk-UA" dirty="0"/>
              <a:t>- Запис триває, поки контролер не надішле </a:t>
            </a:r>
            <a:r>
              <a:rPr lang="en-US" dirty="0"/>
              <a:t>STOP </a:t>
            </a:r>
            <a:r>
              <a:rPr lang="uk-UA" dirty="0"/>
              <a:t>умову, завершуючи передачу даних.</a:t>
            </a:r>
          </a:p>
        </p:txBody>
      </p:sp>
      <p:sp>
        <p:nvSpPr>
          <p:cNvPr id="28" name="Left Brace 27">
            <a:extLst>
              <a:ext uri="{FF2B5EF4-FFF2-40B4-BE49-F238E27FC236}">
                <a16:creationId xmlns:a16="http://schemas.microsoft.com/office/drawing/2014/main" id="{B5849E0D-2D91-C7CF-14B5-BB14BB891AC1}"/>
              </a:ext>
            </a:extLst>
          </p:cNvPr>
          <p:cNvSpPr/>
          <p:nvPr/>
        </p:nvSpPr>
        <p:spPr>
          <a:xfrm rot="16200000">
            <a:off x="668594" y="3468610"/>
            <a:ext cx="288032" cy="367315"/>
          </a:xfrm>
          <a:prstGeom prst="leftBrace">
            <a:avLst>
              <a:gd name="adj1" fmla="val 33987"/>
              <a:gd name="adj2" fmla="val 50000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r"/>
            <a:endParaRPr lang="uk-UA" dirty="0"/>
          </a:p>
        </p:txBody>
      </p:sp>
      <p:sp>
        <p:nvSpPr>
          <p:cNvPr id="29" name="Left Brace 28">
            <a:extLst>
              <a:ext uri="{FF2B5EF4-FFF2-40B4-BE49-F238E27FC236}">
                <a16:creationId xmlns:a16="http://schemas.microsoft.com/office/drawing/2014/main" id="{26721DF9-0B40-9B43-B1A2-54D75E92B33A}"/>
              </a:ext>
            </a:extLst>
          </p:cNvPr>
          <p:cNvSpPr/>
          <p:nvPr/>
        </p:nvSpPr>
        <p:spPr>
          <a:xfrm rot="16200000">
            <a:off x="1450574" y="3119144"/>
            <a:ext cx="288032" cy="1075726"/>
          </a:xfrm>
          <a:prstGeom prst="leftBrace">
            <a:avLst>
              <a:gd name="adj1" fmla="val 33987"/>
              <a:gd name="adj2" fmla="val 50000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r"/>
            <a:endParaRPr lang="uk-UA" dirty="0"/>
          </a:p>
        </p:txBody>
      </p:sp>
      <p:sp>
        <p:nvSpPr>
          <p:cNvPr id="31" name="Left Brace 30">
            <a:extLst>
              <a:ext uri="{FF2B5EF4-FFF2-40B4-BE49-F238E27FC236}">
                <a16:creationId xmlns:a16="http://schemas.microsoft.com/office/drawing/2014/main" id="{97CAC3C1-3B32-902F-C7B4-E82D502997E3}"/>
              </a:ext>
            </a:extLst>
          </p:cNvPr>
          <p:cNvSpPr/>
          <p:nvPr/>
        </p:nvSpPr>
        <p:spPr>
          <a:xfrm rot="16200000">
            <a:off x="4613804" y="2964517"/>
            <a:ext cx="288032" cy="1375498"/>
          </a:xfrm>
          <a:prstGeom prst="leftBrace">
            <a:avLst>
              <a:gd name="adj1" fmla="val 33987"/>
              <a:gd name="adj2" fmla="val 50000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r"/>
            <a:endParaRPr lang="uk-UA" dirty="0"/>
          </a:p>
        </p:txBody>
      </p:sp>
      <p:sp>
        <p:nvSpPr>
          <p:cNvPr id="35" name="Left Brace 34">
            <a:extLst>
              <a:ext uri="{FF2B5EF4-FFF2-40B4-BE49-F238E27FC236}">
                <a16:creationId xmlns:a16="http://schemas.microsoft.com/office/drawing/2014/main" id="{C31760B4-67EE-660F-1C81-97F0099A8618}"/>
              </a:ext>
            </a:extLst>
          </p:cNvPr>
          <p:cNvSpPr/>
          <p:nvPr/>
        </p:nvSpPr>
        <p:spPr>
          <a:xfrm rot="16200000">
            <a:off x="11867081" y="3549466"/>
            <a:ext cx="288032" cy="205598"/>
          </a:xfrm>
          <a:prstGeom prst="leftBrace">
            <a:avLst>
              <a:gd name="adj1" fmla="val 33987"/>
              <a:gd name="adj2" fmla="val 50000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r"/>
            <a:endParaRPr lang="uk-UA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CE04443-0044-DD08-C861-1B7D5E111BD0}"/>
              </a:ext>
            </a:extLst>
          </p:cNvPr>
          <p:cNvSpPr txBox="1"/>
          <p:nvPr/>
        </p:nvSpPr>
        <p:spPr>
          <a:xfrm rot="16200000">
            <a:off x="436874" y="3916085"/>
            <a:ext cx="7020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</a:rPr>
              <a:t>Start</a:t>
            </a:r>
            <a:endParaRPr lang="uk-UA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05C27D6-4EFE-A455-88EB-6BED2DD74B31}"/>
              </a:ext>
            </a:extLst>
          </p:cNvPr>
          <p:cNvSpPr txBox="1"/>
          <p:nvPr/>
        </p:nvSpPr>
        <p:spPr>
          <a:xfrm>
            <a:off x="906844" y="3841884"/>
            <a:ext cx="13942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</a:rPr>
              <a:t>Target device address (0x08)</a:t>
            </a:r>
            <a:endParaRPr lang="uk-UA" sz="14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D04545B-ADAA-39D7-CC0E-5AA9F0D1F212}"/>
              </a:ext>
            </a:extLst>
          </p:cNvPr>
          <p:cNvSpPr txBox="1"/>
          <p:nvPr/>
        </p:nvSpPr>
        <p:spPr>
          <a:xfrm>
            <a:off x="4141341" y="3840836"/>
            <a:ext cx="119736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</a:rPr>
              <a:t>Write Data1</a:t>
            </a:r>
          </a:p>
          <a:p>
            <a:pPr algn="ctr"/>
            <a:r>
              <a:rPr lang="en-US" sz="1600" dirty="0">
                <a:latin typeface="Arial" panose="020B0604020202020204" pitchFamily="34" charset="0"/>
              </a:rPr>
              <a:t>(reg 0x7A)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1D74835-EFCC-27C4-17C2-2E04FA6D4E39}"/>
              </a:ext>
            </a:extLst>
          </p:cNvPr>
          <p:cNvSpPr txBox="1"/>
          <p:nvPr/>
        </p:nvSpPr>
        <p:spPr>
          <a:xfrm rot="16200000">
            <a:off x="11660065" y="3841711"/>
            <a:ext cx="7020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</a:rPr>
              <a:t>Stop</a:t>
            </a:r>
            <a:endParaRPr lang="uk-UA" dirty="0"/>
          </a:p>
        </p:txBody>
      </p:sp>
      <p:sp>
        <p:nvSpPr>
          <p:cNvPr id="46" name="Left Brace 45">
            <a:extLst>
              <a:ext uri="{FF2B5EF4-FFF2-40B4-BE49-F238E27FC236}">
                <a16:creationId xmlns:a16="http://schemas.microsoft.com/office/drawing/2014/main" id="{9160F96E-D58D-99E9-CDF1-D95865300A65}"/>
              </a:ext>
            </a:extLst>
          </p:cNvPr>
          <p:cNvSpPr/>
          <p:nvPr/>
        </p:nvSpPr>
        <p:spPr>
          <a:xfrm rot="16200000">
            <a:off x="3050240" y="2955137"/>
            <a:ext cx="288032" cy="1394260"/>
          </a:xfrm>
          <a:prstGeom prst="leftBrace">
            <a:avLst>
              <a:gd name="adj1" fmla="val 33987"/>
              <a:gd name="adj2" fmla="val 50000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r"/>
            <a:endParaRPr lang="uk-UA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70B5F19-36F4-2675-ACF2-167D5DBFD5B0}"/>
              </a:ext>
            </a:extLst>
          </p:cNvPr>
          <p:cNvSpPr txBox="1"/>
          <p:nvPr/>
        </p:nvSpPr>
        <p:spPr>
          <a:xfrm>
            <a:off x="2523543" y="3777792"/>
            <a:ext cx="139426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</a:rPr>
              <a:t>Target register address to write 0x7A</a:t>
            </a:r>
            <a:endParaRPr lang="uk-UA" sz="14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0B87C0E-318D-F3E9-5BEC-E0E512D610FD}"/>
              </a:ext>
            </a:extLst>
          </p:cNvPr>
          <p:cNvSpPr txBox="1"/>
          <p:nvPr/>
        </p:nvSpPr>
        <p:spPr>
          <a:xfrm>
            <a:off x="5702008" y="3852337"/>
            <a:ext cx="119736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</a:rPr>
              <a:t>Write Data2</a:t>
            </a:r>
          </a:p>
          <a:p>
            <a:pPr algn="ctr"/>
            <a:r>
              <a:rPr lang="en-US" sz="1600" dirty="0">
                <a:latin typeface="Arial" panose="020B0604020202020204" pitchFamily="34" charset="0"/>
              </a:rPr>
              <a:t>(reg 0x7B)</a:t>
            </a:r>
          </a:p>
        </p:txBody>
      </p:sp>
      <p:sp>
        <p:nvSpPr>
          <p:cNvPr id="50" name="Left Brace 49">
            <a:extLst>
              <a:ext uri="{FF2B5EF4-FFF2-40B4-BE49-F238E27FC236}">
                <a16:creationId xmlns:a16="http://schemas.microsoft.com/office/drawing/2014/main" id="{80FCC486-8D31-C3CB-8F67-A087AFA0C2A7}"/>
              </a:ext>
            </a:extLst>
          </p:cNvPr>
          <p:cNvSpPr/>
          <p:nvPr/>
        </p:nvSpPr>
        <p:spPr>
          <a:xfrm rot="16200000">
            <a:off x="6167987" y="2964517"/>
            <a:ext cx="288032" cy="1375498"/>
          </a:xfrm>
          <a:prstGeom prst="leftBrace">
            <a:avLst>
              <a:gd name="adj1" fmla="val 33987"/>
              <a:gd name="adj2" fmla="val 50000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r"/>
            <a:endParaRPr lang="uk-UA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9F77F62-942E-3DED-EEA0-AC0FD654D60E}"/>
              </a:ext>
            </a:extLst>
          </p:cNvPr>
          <p:cNvSpPr txBox="1"/>
          <p:nvPr/>
        </p:nvSpPr>
        <p:spPr>
          <a:xfrm>
            <a:off x="7282809" y="3852337"/>
            <a:ext cx="119736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</a:rPr>
              <a:t>Write Data3</a:t>
            </a:r>
          </a:p>
          <a:p>
            <a:pPr algn="ctr"/>
            <a:r>
              <a:rPr lang="en-US" sz="1600" dirty="0">
                <a:latin typeface="Arial" panose="020B0604020202020204" pitchFamily="34" charset="0"/>
              </a:rPr>
              <a:t>(reg 0x7C)</a:t>
            </a:r>
          </a:p>
        </p:txBody>
      </p:sp>
      <p:sp>
        <p:nvSpPr>
          <p:cNvPr id="52" name="Left Brace 51">
            <a:extLst>
              <a:ext uri="{FF2B5EF4-FFF2-40B4-BE49-F238E27FC236}">
                <a16:creationId xmlns:a16="http://schemas.microsoft.com/office/drawing/2014/main" id="{CEEC783E-A168-6A64-5E8A-58B3BB08B34D}"/>
              </a:ext>
            </a:extLst>
          </p:cNvPr>
          <p:cNvSpPr/>
          <p:nvPr/>
        </p:nvSpPr>
        <p:spPr>
          <a:xfrm rot="16200000">
            <a:off x="7748788" y="2964517"/>
            <a:ext cx="288032" cy="1375498"/>
          </a:xfrm>
          <a:prstGeom prst="leftBrace">
            <a:avLst>
              <a:gd name="adj1" fmla="val 33987"/>
              <a:gd name="adj2" fmla="val 50000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r"/>
            <a:endParaRPr lang="uk-UA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611D065-3148-B1EF-59C2-3DCFD0DDA206}"/>
              </a:ext>
            </a:extLst>
          </p:cNvPr>
          <p:cNvSpPr txBox="1"/>
          <p:nvPr/>
        </p:nvSpPr>
        <p:spPr>
          <a:xfrm>
            <a:off x="8841765" y="3852337"/>
            <a:ext cx="119736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</a:rPr>
              <a:t>Write Data4</a:t>
            </a:r>
          </a:p>
          <a:p>
            <a:pPr algn="ctr"/>
            <a:r>
              <a:rPr lang="en-US" sz="1600" dirty="0">
                <a:latin typeface="Arial" panose="020B0604020202020204" pitchFamily="34" charset="0"/>
              </a:rPr>
              <a:t>(reg 0x7D)</a:t>
            </a:r>
          </a:p>
        </p:txBody>
      </p:sp>
      <p:sp>
        <p:nvSpPr>
          <p:cNvPr id="54" name="Left Brace 53">
            <a:extLst>
              <a:ext uri="{FF2B5EF4-FFF2-40B4-BE49-F238E27FC236}">
                <a16:creationId xmlns:a16="http://schemas.microsoft.com/office/drawing/2014/main" id="{7F27FF0B-D426-95D0-70EA-8F567F75E4CB}"/>
              </a:ext>
            </a:extLst>
          </p:cNvPr>
          <p:cNvSpPr/>
          <p:nvPr/>
        </p:nvSpPr>
        <p:spPr>
          <a:xfrm rot="16200000">
            <a:off x="9307744" y="2964517"/>
            <a:ext cx="288032" cy="1375498"/>
          </a:xfrm>
          <a:prstGeom prst="leftBrace">
            <a:avLst>
              <a:gd name="adj1" fmla="val 33987"/>
              <a:gd name="adj2" fmla="val 50000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r"/>
            <a:endParaRPr lang="uk-UA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BF68B3F-76A9-61D8-BEAA-300CB544DE25}"/>
              </a:ext>
            </a:extLst>
          </p:cNvPr>
          <p:cNvSpPr txBox="1"/>
          <p:nvPr/>
        </p:nvSpPr>
        <p:spPr>
          <a:xfrm>
            <a:off x="10368305" y="3825107"/>
            <a:ext cx="119736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</a:rPr>
              <a:t>Write Data5</a:t>
            </a:r>
          </a:p>
          <a:p>
            <a:pPr algn="ctr"/>
            <a:r>
              <a:rPr lang="en-US" sz="1600" dirty="0">
                <a:latin typeface="Arial" panose="020B0604020202020204" pitchFamily="34" charset="0"/>
              </a:rPr>
              <a:t>(reg 0x7E)</a:t>
            </a:r>
          </a:p>
        </p:txBody>
      </p:sp>
      <p:sp>
        <p:nvSpPr>
          <p:cNvPr id="56" name="Left Brace 55">
            <a:extLst>
              <a:ext uri="{FF2B5EF4-FFF2-40B4-BE49-F238E27FC236}">
                <a16:creationId xmlns:a16="http://schemas.microsoft.com/office/drawing/2014/main" id="{E78CE276-5475-D019-A15C-2BFFFCBB664E}"/>
              </a:ext>
            </a:extLst>
          </p:cNvPr>
          <p:cNvSpPr/>
          <p:nvPr/>
        </p:nvSpPr>
        <p:spPr>
          <a:xfrm rot="16200000">
            <a:off x="10860500" y="2964516"/>
            <a:ext cx="288032" cy="1375498"/>
          </a:xfrm>
          <a:prstGeom prst="leftBrace">
            <a:avLst>
              <a:gd name="adj1" fmla="val 33987"/>
              <a:gd name="adj2" fmla="val 50000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r"/>
            <a:endParaRPr lang="uk-UA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B2990A0-7E4C-3BF7-6E4C-5EC4F5977509}"/>
              </a:ext>
            </a:extLst>
          </p:cNvPr>
          <p:cNvSpPr txBox="1"/>
          <p:nvPr/>
        </p:nvSpPr>
        <p:spPr>
          <a:xfrm>
            <a:off x="-33916" y="1468736"/>
            <a:ext cx="6676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SDA</a:t>
            </a:r>
            <a:endParaRPr lang="uk-UA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7AC6EEB-42AB-E1D3-6938-4CAF57511937}"/>
              </a:ext>
            </a:extLst>
          </p:cNvPr>
          <p:cNvSpPr txBox="1"/>
          <p:nvPr/>
        </p:nvSpPr>
        <p:spPr>
          <a:xfrm>
            <a:off x="-33916" y="2640592"/>
            <a:ext cx="6676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SCL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307945181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AC670-BFCB-7B42-D40E-7DBEF4C7A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read command </a:t>
            </a:r>
            <a:endParaRPr lang="uk-U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4DB9774-AEBC-CB33-FB0D-E237EB0045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3877" y="1196752"/>
            <a:ext cx="11668882" cy="2304256"/>
          </a:xfrm>
        </p:spPr>
      </p:pic>
      <p:sp>
        <p:nvSpPr>
          <p:cNvPr id="4" name="Left Brace 3">
            <a:extLst>
              <a:ext uri="{FF2B5EF4-FFF2-40B4-BE49-F238E27FC236}">
                <a16:creationId xmlns:a16="http://schemas.microsoft.com/office/drawing/2014/main" id="{E9A3353F-BD77-60C3-FD34-5760ED2BA129}"/>
              </a:ext>
            </a:extLst>
          </p:cNvPr>
          <p:cNvSpPr/>
          <p:nvPr/>
        </p:nvSpPr>
        <p:spPr>
          <a:xfrm rot="16200000">
            <a:off x="592035" y="3474702"/>
            <a:ext cx="288032" cy="369333"/>
          </a:xfrm>
          <a:prstGeom prst="leftBrace">
            <a:avLst>
              <a:gd name="adj1" fmla="val 33987"/>
              <a:gd name="adj2" fmla="val 50000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r"/>
            <a:endParaRPr lang="uk-UA" dirty="0"/>
          </a:p>
        </p:txBody>
      </p:sp>
      <p:sp>
        <p:nvSpPr>
          <p:cNvPr id="6" name="Left Brace 5">
            <a:extLst>
              <a:ext uri="{FF2B5EF4-FFF2-40B4-BE49-F238E27FC236}">
                <a16:creationId xmlns:a16="http://schemas.microsoft.com/office/drawing/2014/main" id="{267CE9EC-F55C-83CE-98DF-067D6C0358D3}"/>
              </a:ext>
            </a:extLst>
          </p:cNvPr>
          <p:cNvSpPr/>
          <p:nvPr/>
        </p:nvSpPr>
        <p:spPr>
          <a:xfrm rot="16200000">
            <a:off x="1906083" y="2736718"/>
            <a:ext cx="288032" cy="1845301"/>
          </a:xfrm>
          <a:prstGeom prst="leftBrace">
            <a:avLst>
              <a:gd name="adj1" fmla="val 33987"/>
              <a:gd name="adj2" fmla="val 50000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r"/>
            <a:endParaRPr lang="uk-UA" dirty="0"/>
          </a:p>
        </p:txBody>
      </p:sp>
      <p:sp>
        <p:nvSpPr>
          <p:cNvPr id="7" name="Left Brace 6">
            <a:extLst>
              <a:ext uri="{FF2B5EF4-FFF2-40B4-BE49-F238E27FC236}">
                <a16:creationId xmlns:a16="http://schemas.microsoft.com/office/drawing/2014/main" id="{B642F0B7-486D-80DD-AE77-2CF0A08BDCCE}"/>
              </a:ext>
            </a:extLst>
          </p:cNvPr>
          <p:cNvSpPr/>
          <p:nvPr/>
        </p:nvSpPr>
        <p:spPr>
          <a:xfrm rot="16200000">
            <a:off x="3291276" y="3548966"/>
            <a:ext cx="288032" cy="220805"/>
          </a:xfrm>
          <a:prstGeom prst="leftBrace">
            <a:avLst>
              <a:gd name="adj1" fmla="val 33987"/>
              <a:gd name="adj2" fmla="val 50000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r"/>
            <a:endParaRPr lang="uk-UA" dirty="0"/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951EBAA0-1F5F-4E2C-7702-D4D2FB471B0E}"/>
              </a:ext>
            </a:extLst>
          </p:cNvPr>
          <p:cNvSpPr/>
          <p:nvPr/>
        </p:nvSpPr>
        <p:spPr>
          <a:xfrm rot="16200000">
            <a:off x="4515106" y="2584461"/>
            <a:ext cx="288032" cy="2149814"/>
          </a:xfrm>
          <a:prstGeom prst="leftBrace">
            <a:avLst>
              <a:gd name="adj1" fmla="val 33987"/>
              <a:gd name="adj2" fmla="val 50000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r"/>
            <a:endParaRPr lang="uk-UA" dirty="0"/>
          </a:p>
        </p:txBody>
      </p:sp>
      <p:sp>
        <p:nvSpPr>
          <p:cNvPr id="9" name="Left Brace 8">
            <a:extLst>
              <a:ext uri="{FF2B5EF4-FFF2-40B4-BE49-F238E27FC236}">
                <a16:creationId xmlns:a16="http://schemas.microsoft.com/office/drawing/2014/main" id="{45A3A9DE-AC2C-FAD1-B974-F3526692AC8B}"/>
              </a:ext>
            </a:extLst>
          </p:cNvPr>
          <p:cNvSpPr/>
          <p:nvPr/>
        </p:nvSpPr>
        <p:spPr>
          <a:xfrm rot="16200000">
            <a:off x="5772549" y="3515353"/>
            <a:ext cx="288032" cy="288031"/>
          </a:xfrm>
          <a:prstGeom prst="leftBrace">
            <a:avLst>
              <a:gd name="adj1" fmla="val 33987"/>
              <a:gd name="adj2" fmla="val 50000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r"/>
            <a:endParaRPr lang="uk-UA" dirty="0"/>
          </a:p>
        </p:txBody>
      </p:sp>
      <p:sp>
        <p:nvSpPr>
          <p:cNvPr id="11" name="Left Brace 10">
            <a:extLst>
              <a:ext uri="{FF2B5EF4-FFF2-40B4-BE49-F238E27FC236}">
                <a16:creationId xmlns:a16="http://schemas.microsoft.com/office/drawing/2014/main" id="{160D2FF7-FCF0-CA8C-7203-916F020CCD16}"/>
              </a:ext>
            </a:extLst>
          </p:cNvPr>
          <p:cNvSpPr/>
          <p:nvPr/>
        </p:nvSpPr>
        <p:spPr>
          <a:xfrm rot="16200000">
            <a:off x="6212598" y="3420770"/>
            <a:ext cx="288032" cy="477198"/>
          </a:xfrm>
          <a:prstGeom prst="leftBrace">
            <a:avLst>
              <a:gd name="adj1" fmla="val 33987"/>
              <a:gd name="adj2" fmla="val 50000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r"/>
            <a:endParaRPr lang="uk-UA" dirty="0"/>
          </a:p>
        </p:txBody>
      </p:sp>
      <p:sp>
        <p:nvSpPr>
          <p:cNvPr id="12" name="Left Brace 11">
            <a:extLst>
              <a:ext uri="{FF2B5EF4-FFF2-40B4-BE49-F238E27FC236}">
                <a16:creationId xmlns:a16="http://schemas.microsoft.com/office/drawing/2014/main" id="{FC8F5465-C4F1-9613-3D38-F31E42FC2C28}"/>
              </a:ext>
            </a:extLst>
          </p:cNvPr>
          <p:cNvSpPr/>
          <p:nvPr/>
        </p:nvSpPr>
        <p:spPr>
          <a:xfrm rot="16200000">
            <a:off x="11817517" y="3474702"/>
            <a:ext cx="288032" cy="369333"/>
          </a:xfrm>
          <a:prstGeom prst="leftBrace">
            <a:avLst>
              <a:gd name="adj1" fmla="val 33987"/>
              <a:gd name="adj2" fmla="val 50000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r"/>
            <a:endParaRPr lang="uk-UA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77ADF6F-88FC-EA27-4CCA-51F2B100EA41}"/>
              </a:ext>
            </a:extLst>
          </p:cNvPr>
          <p:cNvSpPr txBox="1"/>
          <p:nvPr/>
        </p:nvSpPr>
        <p:spPr>
          <a:xfrm rot="16200000">
            <a:off x="390967" y="3989116"/>
            <a:ext cx="7020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</a:rPr>
              <a:t>Start</a:t>
            </a:r>
            <a:endParaRPr lang="uk-UA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5AC1090-03DE-167A-9986-5120E12DA177}"/>
              </a:ext>
            </a:extLst>
          </p:cNvPr>
          <p:cNvSpPr txBox="1"/>
          <p:nvPr/>
        </p:nvSpPr>
        <p:spPr>
          <a:xfrm>
            <a:off x="1093160" y="3831857"/>
            <a:ext cx="184530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</a:rPr>
              <a:t>Target device address (0x08)</a:t>
            </a:r>
            <a:endParaRPr lang="uk-UA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FD0C319-12CC-3E8A-A8AF-97FF496E5BBE}"/>
              </a:ext>
            </a:extLst>
          </p:cNvPr>
          <p:cNvSpPr txBox="1"/>
          <p:nvPr/>
        </p:nvSpPr>
        <p:spPr>
          <a:xfrm rot="16200000">
            <a:off x="3101651" y="3990607"/>
            <a:ext cx="6701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ACK</a:t>
            </a:r>
          </a:p>
        </p:txBody>
      </p:sp>
      <p:sp>
        <p:nvSpPr>
          <p:cNvPr id="16" name="Left Brace 15">
            <a:extLst>
              <a:ext uri="{FF2B5EF4-FFF2-40B4-BE49-F238E27FC236}">
                <a16:creationId xmlns:a16="http://schemas.microsoft.com/office/drawing/2014/main" id="{B83A37A4-03A0-9CAB-255E-3128D30C9B15}"/>
              </a:ext>
            </a:extLst>
          </p:cNvPr>
          <p:cNvSpPr/>
          <p:nvPr/>
        </p:nvSpPr>
        <p:spPr>
          <a:xfrm rot="16200000">
            <a:off x="2993539" y="3527563"/>
            <a:ext cx="288032" cy="263611"/>
          </a:xfrm>
          <a:prstGeom prst="leftBrace">
            <a:avLst>
              <a:gd name="adj1" fmla="val 33987"/>
              <a:gd name="adj2" fmla="val 50000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r"/>
            <a:endParaRPr lang="uk-UA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76BB89C-24AC-8D8C-E458-6B7FBE27EF9F}"/>
              </a:ext>
            </a:extLst>
          </p:cNvPr>
          <p:cNvSpPr txBox="1"/>
          <p:nvPr/>
        </p:nvSpPr>
        <p:spPr>
          <a:xfrm rot="16200000">
            <a:off x="2749148" y="4025876"/>
            <a:ext cx="7920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R/</a:t>
            </a:r>
            <a:r>
              <a:rPr lang="en-US" dirty="0" err="1"/>
              <a:t>nW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395528F-81AD-C2FB-66C9-AECCC1FAF222}"/>
              </a:ext>
            </a:extLst>
          </p:cNvPr>
          <p:cNvSpPr txBox="1"/>
          <p:nvPr/>
        </p:nvSpPr>
        <p:spPr>
          <a:xfrm>
            <a:off x="3485651" y="3657798"/>
            <a:ext cx="221798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</a:rPr>
              <a:t>Target register address to write (0x7A)</a:t>
            </a:r>
            <a:endParaRPr lang="uk-UA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F9BB84E-978C-78CB-F4FC-BEA17F611D8D}"/>
              </a:ext>
            </a:extLst>
          </p:cNvPr>
          <p:cNvSpPr txBox="1"/>
          <p:nvPr/>
        </p:nvSpPr>
        <p:spPr>
          <a:xfrm rot="16200000">
            <a:off x="5568853" y="3973171"/>
            <a:ext cx="6701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ACK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054E785-BC36-DE1C-EEAD-1B1837239618}"/>
              </a:ext>
            </a:extLst>
          </p:cNvPr>
          <p:cNvSpPr txBox="1"/>
          <p:nvPr/>
        </p:nvSpPr>
        <p:spPr>
          <a:xfrm rot="16200000">
            <a:off x="5826567" y="4083551"/>
            <a:ext cx="10129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Restart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1328BCA-228E-A8B8-D3DC-0A5E83E9E008}"/>
              </a:ext>
            </a:extLst>
          </p:cNvPr>
          <p:cNvSpPr txBox="1"/>
          <p:nvPr/>
        </p:nvSpPr>
        <p:spPr>
          <a:xfrm rot="16200000">
            <a:off x="11581698" y="3942489"/>
            <a:ext cx="7020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</a:rPr>
              <a:t>Stop</a:t>
            </a:r>
            <a:endParaRPr lang="uk-UA" dirty="0"/>
          </a:p>
        </p:txBody>
      </p:sp>
      <p:sp>
        <p:nvSpPr>
          <p:cNvPr id="23" name="Left Brace 22">
            <a:extLst>
              <a:ext uri="{FF2B5EF4-FFF2-40B4-BE49-F238E27FC236}">
                <a16:creationId xmlns:a16="http://schemas.microsoft.com/office/drawing/2014/main" id="{0876E117-63B5-E13C-6554-30E71FB71937}"/>
              </a:ext>
            </a:extLst>
          </p:cNvPr>
          <p:cNvSpPr/>
          <p:nvPr/>
        </p:nvSpPr>
        <p:spPr>
          <a:xfrm rot="16200000">
            <a:off x="7621621" y="2736718"/>
            <a:ext cx="288032" cy="1845301"/>
          </a:xfrm>
          <a:prstGeom prst="leftBrace">
            <a:avLst>
              <a:gd name="adj1" fmla="val 33987"/>
              <a:gd name="adj2" fmla="val 50000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r"/>
            <a:endParaRPr lang="uk-UA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1EF45B3-9224-46C7-4E80-A78D204B6590}"/>
              </a:ext>
            </a:extLst>
          </p:cNvPr>
          <p:cNvSpPr txBox="1"/>
          <p:nvPr/>
        </p:nvSpPr>
        <p:spPr>
          <a:xfrm>
            <a:off x="6770979" y="3859510"/>
            <a:ext cx="184530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</a:rPr>
              <a:t>Target device address (0x08)</a:t>
            </a:r>
            <a:endParaRPr lang="uk-UA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BF245C0-29AE-F13E-D576-789B716666F3}"/>
              </a:ext>
            </a:extLst>
          </p:cNvPr>
          <p:cNvSpPr txBox="1"/>
          <p:nvPr/>
        </p:nvSpPr>
        <p:spPr>
          <a:xfrm rot="16200000">
            <a:off x="8414957" y="4051562"/>
            <a:ext cx="7920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R/</a:t>
            </a:r>
            <a:r>
              <a:rPr lang="en-US" dirty="0" err="1"/>
              <a:t>nW</a:t>
            </a:r>
            <a:endParaRPr lang="en-US" dirty="0"/>
          </a:p>
        </p:txBody>
      </p:sp>
      <p:sp>
        <p:nvSpPr>
          <p:cNvPr id="26" name="Left Brace 25">
            <a:extLst>
              <a:ext uri="{FF2B5EF4-FFF2-40B4-BE49-F238E27FC236}">
                <a16:creationId xmlns:a16="http://schemas.microsoft.com/office/drawing/2014/main" id="{87192693-1F04-A76C-82B3-A7B5EA15E14B}"/>
              </a:ext>
            </a:extLst>
          </p:cNvPr>
          <p:cNvSpPr/>
          <p:nvPr/>
        </p:nvSpPr>
        <p:spPr>
          <a:xfrm rot="16200000">
            <a:off x="8690885" y="3527239"/>
            <a:ext cx="288032" cy="264260"/>
          </a:xfrm>
          <a:prstGeom prst="leftBrace">
            <a:avLst>
              <a:gd name="adj1" fmla="val 33987"/>
              <a:gd name="adj2" fmla="val 50000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r"/>
            <a:endParaRPr lang="uk-UA" dirty="0"/>
          </a:p>
        </p:txBody>
      </p:sp>
      <p:sp>
        <p:nvSpPr>
          <p:cNvPr id="27" name="Left Brace 26">
            <a:extLst>
              <a:ext uri="{FF2B5EF4-FFF2-40B4-BE49-F238E27FC236}">
                <a16:creationId xmlns:a16="http://schemas.microsoft.com/office/drawing/2014/main" id="{48C73F16-5E15-8C3A-42BD-728C366DD6BD}"/>
              </a:ext>
            </a:extLst>
          </p:cNvPr>
          <p:cNvSpPr/>
          <p:nvPr/>
        </p:nvSpPr>
        <p:spPr>
          <a:xfrm rot="16200000">
            <a:off x="10135058" y="2657865"/>
            <a:ext cx="288032" cy="2003006"/>
          </a:xfrm>
          <a:prstGeom prst="leftBrace">
            <a:avLst>
              <a:gd name="adj1" fmla="val 33987"/>
              <a:gd name="adj2" fmla="val 50000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r"/>
            <a:endParaRPr lang="uk-UA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ED2EEDC-89E7-FE81-7AB3-86346B6E23B4}"/>
              </a:ext>
            </a:extLst>
          </p:cNvPr>
          <p:cNvSpPr txBox="1"/>
          <p:nvPr/>
        </p:nvSpPr>
        <p:spPr>
          <a:xfrm>
            <a:off x="-41272" y="1463882"/>
            <a:ext cx="6676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SDA</a:t>
            </a:r>
            <a:endParaRPr lang="uk-UA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07BCAB6-A944-CAD1-E10D-16FA7F241B6D}"/>
              </a:ext>
            </a:extLst>
          </p:cNvPr>
          <p:cNvSpPr txBox="1"/>
          <p:nvPr/>
        </p:nvSpPr>
        <p:spPr>
          <a:xfrm>
            <a:off x="-24680" y="2635738"/>
            <a:ext cx="6676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SCL</a:t>
            </a:r>
            <a:endParaRPr lang="uk-UA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490D09A-8E86-A444-CF3D-B17F64460DF8}"/>
              </a:ext>
            </a:extLst>
          </p:cNvPr>
          <p:cNvSpPr txBox="1"/>
          <p:nvPr/>
        </p:nvSpPr>
        <p:spPr>
          <a:xfrm>
            <a:off x="9325046" y="3839956"/>
            <a:ext cx="184530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</a:rPr>
              <a:t>Read data from Target device</a:t>
            </a:r>
            <a:endParaRPr lang="uk-UA" dirty="0"/>
          </a:p>
        </p:txBody>
      </p:sp>
      <p:sp>
        <p:nvSpPr>
          <p:cNvPr id="33" name="Left Brace 32">
            <a:extLst>
              <a:ext uri="{FF2B5EF4-FFF2-40B4-BE49-F238E27FC236}">
                <a16:creationId xmlns:a16="http://schemas.microsoft.com/office/drawing/2014/main" id="{3B21390F-E678-122F-9460-25D6FE47DEE4}"/>
              </a:ext>
            </a:extLst>
          </p:cNvPr>
          <p:cNvSpPr/>
          <p:nvPr/>
        </p:nvSpPr>
        <p:spPr>
          <a:xfrm rot="16200000">
            <a:off x="11344957" y="3515353"/>
            <a:ext cx="288032" cy="288031"/>
          </a:xfrm>
          <a:prstGeom prst="leftBrace">
            <a:avLst>
              <a:gd name="adj1" fmla="val 33987"/>
              <a:gd name="adj2" fmla="val 50000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r"/>
            <a:endParaRPr lang="uk-UA" dirty="0"/>
          </a:p>
        </p:txBody>
      </p:sp>
      <p:sp>
        <p:nvSpPr>
          <p:cNvPr id="34" name="Left Brace 33">
            <a:extLst>
              <a:ext uri="{FF2B5EF4-FFF2-40B4-BE49-F238E27FC236}">
                <a16:creationId xmlns:a16="http://schemas.microsoft.com/office/drawing/2014/main" id="{58AC7107-72AF-083E-A613-595872010BCD}"/>
              </a:ext>
            </a:extLst>
          </p:cNvPr>
          <p:cNvSpPr/>
          <p:nvPr/>
        </p:nvSpPr>
        <p:spPr>
          <a:xfrm rot="16200000">
            <a:off x="8989537" y="3515351"/>
            <a:ext cx="288032" cy="288031"/>
          </a:xfrm>
          <a:prstGeom prst="leftBrace">
            <a:avLst>
              <a:gd name="adj1" fmla="val 33987"/>
              <a:gd name="adj2" fmla="val 50000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r"/>
            <a:endParaRPr lang="uk-UA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92F139A-252B-6DBA-3848-2E19338A6A23}"/>
              </a:ext>
            </a:extLst>
          </p:cNvPr>
          <p:cNvSpPr txBox="1"/>
          <p:nvPr/>
        </p:nvSpPr>
        <p:spPr>
          <a:xfrm rot="16200000">
            <a:off x="8812208" y="4033002"/>
            <a:ext cx="6701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ACK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419C020-74D2-7F6C-DB80-6E4518408348}"/>
              </a:ext>
            </a:extLst>
          </p:cNvPr>
          <p:cNvSpPr txBox="1"/>
          <p:nvPr/>
        </p:nvSpPr>
        <p:spPr>
          <a:xfrm rot="16200000">
            <a:off x="11059153" y="3993845"/>
            <a:ext cx="8561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NACK</a:t>
            </a:r>
            <a:endParaRPr lang="uk-UA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516FC7F-CB65-49DE-AA85-B88C0A0CD61F}"/>
              </a:ext>
            </a:extLst>
          </p:cNvPr>
          <p:cNvSpPr txBox="1"/>
          <p:nvPr/>
        </p:nvSpPr>
        <p:spPr>
          <a:xfrm>
            <a:off x="-2297" y="4974038"/>
            <a:ext cx="12128497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700" b="1" dirty="0"/>
              <a:t>Random I2C Read (</a:t>
            </a:r>
            <a:r>
              <a:rPr lang="uk-UA" sz="1700" b="1" dirty="0"/>
              <a:t>Випадкове зчитування </a:t>
            </a:r>
            <a:r>
              <a:rPr lang="en-US" sz="1700" b="1" dirty="0"/>
              <a:t>I2C)</a:t>
            </a:r>
            <a:endParaRPr lang="en-US" sz="1700" dirty="0"/>
          </a:p>
          <a:p>
            <a:r>
              <a:rPr lang="en-US" sz="1700" dirty="0"/>
              <a:t>- </a:t>
            </a:r>
            <a:r>
              <a:rPr lang="uk-UA" sz="1700" dirty="0"/>
              <a:t>Контролер ініціює </a:t>
            </a:r>
            <a:r>
              <a:rPr lang="en-US" sz="1700" dirty="0"/>
              <a:t>START </a:t>
            </a:r>
            <a:r>
              <a:rPr lang="uk-UA" sz="1700" dirty="0"/>
              <a:t>і відправляє адресу пристрою з бітом запису (</a:t>
            </a:r>
            <a:r>
              <a:rPr lang="en-US" sz="1700" dirty="0"/>
              <a:t>R/W = 0).</a:t>
            </a:r>
          </a:p>
          <a:p>
            <a:r>
              <a:rPr lang="en-US" sz="1700" dirty="0"/>
              <a:t>- </a:t>
            </a:r>
            <a:r>
              <a:rPr lang="uk-UA" sz="1700" dirty="0"/>
              <a:t>Після </a:t>
            </a:r>
            <a:r>
              <a:rPr lang="en-US" sz="1700" dirty="0"/>
              <a:t>ACK </a:t>
            </a:r>
            <a:r>
              <a:rPr lang="uk-UA" sz="1700" dirty="0"/>
              <a:t>надсилається адреса внутрішнього регістра, з якого потрібно зчитати дані.</a:t>
            </a:r>
          </a:p>
          <a:p>
            <a:r>
              <a:rPr lang="en-US" sz="1700" dirty="0"/>
              <a:t>- </a:t>
            </a:r>
            <a:r>
              <a:rPr lang="uk-UA" sz="1700" dirty="0"/>
              <a:t>Контролер надсилає повторну </a:t>
            </a:r>
            <a:r>
              <a:rPr lang="en-US" sz="1700" dirty="0"/>
              <a:t>START </a:t>
            </a:r>
            <a:r>
              <a:rPr lang="uk-UA" sz="1700" dirty="0"/>
              <a:t>умову і знову відправляє адресу пристрою, але вже з бітом читання (</a:t>
            </a:r>
            <a:r>
              <a:rPr lang="en-US" sz="1700" dirty="0"/>
              <a:t>R/W = 1).</a:t>
            </a:r>
          </a:p>
          <a:p>
            <a:r>
              <a:rPr lang="en-US" sz="1700" dirty="0"/>
              <a:t>- </a:t>
            </a:r>
            <a:r>
              <a:rPr lang="uk-UA" sz="1700" dirty="0"/>
              <a:t>Пристрій відповідає </a:t>
            </a:r>
            <a:r>
              <a:rPr lang="en-US" sz="1700" dirty="0"/>
              <a:t>ACK </a:t>
            </a:r>
            <a:r>
              <a:rPr lang="uk-UA" sz="1700" dirty="0"/>
              <a:t>і надсилає байт даних зі вказаного регістра.</a:t>
            </a:r>
          </a:p>
          <a:p>
            <a:r>
              <a:rPr lang="en-US" sz="1700" dirty="0"/>
              <a:t>- </a:t>
            </a:r>
            <a:r>
              <a:rPr lang="uk-UA" sz="1700" dirty="0"/>
              <a:t>Контролер завершує зчитування, надсилаючи </a:t>
            </a:r>
            <a:r>
              <a:rPr lang="en-US" sz="1700" dirty="0"/>
              <a:t>NACK </a:t>
            </a:r>
            <a:r>
              <a:rPr lang="uk-UA" sz="1700" dirty="0"/>
              <a:t>після отримання даних і формуючи </a:t>
            </a:r>
            <a:r>
              <a:rPr lang="en-US" sz="1700" dirty="0"/>
              <a:t>STOP </a:t>
            </a:r>
            <a:r>
              <a:rPr lang="uk-UA" sz="1700" dirty="0"/>
              <a:t>умову.</a:t>
            </a:r>
          </a:p>
        </p:txBody>
      </p:sp>
      <p:sp>
        <p:nvSpPr>
          <p:cNvPr id="40" name="Left Brace 39">
            <a:extLst>
              <a:ext uri="{FF2B5EF4-FFF2-40B4-BE49-F238E27FC236}">
                <a16:creationId xmlns:a16="http://schemas.microsoft.com/office/drawing/2014/main" id="{9183EEA8-A5F3-4137-7C7C-6EE2BD66C132}"/>
              </a:ext>
            </a:extLst>
          </p:cNvPr>
          <p:cNvSpPr/>
          <p:nvPr/>
        </p:nvSpPr>
        <p:spPr>
          <a:xfrm rot="16200000">
            <a:off x="3179258" y="1836976"/>
            <a:ext cx="288032" cy="5488304"/>
          </a:xfrm>
          <a:prstGeom prst="leftBrace">
            <a:avLst>
              <a:gd name="adj1" fmla="val 33987"/>
              <a:gd name="adj2" fmla="val 50000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r"/>
            <a:endParaRPr lang="uk-UA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1F654DC-C9BE-C261-EF22-A48F1208ED30}"/>
              </a:ext>
            </a:extLst>
          </p:cNvPr>
          <p:cNvSpPr txBox="1"/>
          <p:nvPr/>
        </p:nvSpPr>
        <p:spPr>
          <a:xfrm>
            <a:off x="2582456" y="4645586"/>
            <a:ext cx="14573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dirty="0"/>
              <a:t>“Pointer set”</a:t>
            </a:r>
          </a:p>
        </p:txBody>
      </p:sp>
    </p:spTree>
    <p:extLst>
      <p:ext uri="{BB962C8B-B14F-4D97-AF65-F5344CB8AC3E}">
        <p14:creationId xmlns:p14="http://schemas.microsoft.com/office/powerpoint/2010/main" val="2579702639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9FF02-5671-FBBE-E2CD-321D118F0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Sequential read command</a:t>
            </a:r>
            <a:endParaRPr lang="uk-UA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5524CC5-9538-0D1C-48DC-852076CB8B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152" y="1159808"/>
            <a:ext cx="11595512" cy="223930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9B72280-695C-10CF-D276-2EAB029FE4E7}"/>
              </a:ext>
            </a:extLst>
          </p:cNvPr>
          <p:cNvSpPr txBox="1"/>
          <p:nvPr/>
        </p:nvSpPr>
        <p:spPr>
          <a:xfrm>
            <a:off x="13104" y="4514766"/>
            <a:ext cx="1163713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Sequential read command (</a:t>
            </a:r>
            <a:r>
              <a:rPr lang="uk-UA" b="1" dirty="0"/>
              <a:t>послідовне читання І2С</a:t>
            </a:r>
            <a:r>
              <a:rPr lang="en-US" b="1" dirty="0"/>
              <a:t>)</a:t>
            </a:r>
            <a:r>
              <a:rPr lang="uk-UA" b="1" dirty="0"/>
              <a:t>:</a:t>
            </a:r>
            <a:endParaRPr lang="en-US" b="1" dirty="0"/>
          </a:p>
          <a:p>
            <a:r>
              <a:rPr lang="uk-UA" dirty="0"/>
              <a:t>- Контролер ініціює </a:t>
            </a:r>
            <a:r>
              <a:rPr lang="en-US" dirty="0"/>
              <a:t>START </a:t>
            </a:r>
            <a:r>
              <a:rPr lang="uk-UA" dirty="0"/>
              <a:t>і відправляє адресу пристрою з бітом запису (</a:t>
            </a:r>
            <a:r>
              <a:rPr lang="en-US" dirty="0"/>
              <a:t>R/W = 0).</a:t>
            </a:r>
          </a:p>
          <a:p>
            <a:r>
              <a:rPr lang="uk-UA" dirty="0"/>
              <a:t>- Після </a:t>
            </a:r>
            <a:r>
              <a:rPr lang="en-US" dirty="0"/>
              <a:t>ACK </a:t>
            </a:r>
            <a:r>
              <a:rPr lang="uk-UA" dirty="0"/>
              <a:t>надсилається адреса першого регістра для зчитування.</a:t>
            </a:r>
            <a:endParaRPr lang="en-US" dirty="0"/>
          </a:p>
          <a:p>
            <a:r>
              <a:rPr lang="uk-UA" dirty="0"/>
              <a:t>- Контролер надсилає повторну </a:t>
            </a:r>
            <a:r>
              <a:rPr lang="en-US" dirty="0"/>
              <a:t>START </a:t>
            </a:r>
            <a:r>
              <a:rPr lang="uk-UA" dirty="0"/>
              <a:t>умову і адресу пристрою з бітом читання (</a:t>
            </a:r>
            <a:r>
              <a:rPr lang="en-US" dirty="0"/>
              <a:t>R/W = 1).</a:t>
            </a:r>
          </a:p>
          <a:p>
            <a:r>
              <a:rPr lang="uk-UA" b="1" dirty="0"/>
              <a:t>- </a:t>
            </a:r>
            <a:r>
              <a:rPr lang="en-US" b="1" dirty="0"/>
              <a:t>Target</a:t>
            </a:r>
            <a:r>
              <a:rPr lang="uk-UA" dirty="0"/>
              <a:t> пристрій починає послідовно надсилати байти даних із внутрішніх регістрів.</a:t>
            </a:r>
            <a:endParaRPr lang="en-US" dirty="0"/>
          </a:p>
          <a:p>
            <a:r>
              <a:rPr lang="uk-UA" dirty="0"/>
              <a:t>- Після кожного байта контролер надсилає </a:t>
            </a:r>
            <a:r>
              <a:rPr lang="en-US" dirty="0"/>
              <a:t>ACK, </a:t>
            </a:r>
            <a:r>
              <a:rPr lang="uk-UA" dirty="0"/>
              <a:t>щоб продовжити зчитування.</a:t>
            </a:r>
            <a:endParaRPr lang="en-US" dirty="0"/>
          </a:p>
          <a:p>
            <a:r>
              <a:rPr lang="uk-UA" dirty="0"/>
              <a:t>-</a:t>
            </a:r>
            <a:r>
              <a:rPr lang="en-US" dirty="0"/>
              <a:t> </a:t>
            </a:r>
            <a:r>
              <a:rPr lang="uk-UA" dirty="0"/>
              <a:t>Після останнього отриманого байта контролер надсилає </a:t>
            </a:r>
            <a:r>
              <a:rPr lang="en-US" dirty="0"/>
              <a:t>NACK </a:t>
            </a:r>
            <a:r>
              <a:rPr lang="uk-UA" dirty="0"/>
              <a:t>і формує </a:t>
            </a:r>
            <a:r>
              <a:rPr lang="en-US" dirty="0"/>
              <a:t>STOP </a:t>
            </a:r>
            <a:r>
              <a:rPr lang="uk-UA" dirty="0"/>
              <a:t>умову.</a:t>
            </a:r>
          </a:p>
        </p:txBody>
      </p:sp>
      <p:sp>
        <p:nvSpPr>
          <p:cNvPr id="34" name="Left Brace 33">
            <a:extLst>
              <a:ext uri="{FF2B5EF4-FFF2-40B4-BE49-F238E27FC236}">
                <a16:creationId xmlns:a16="http://schemas.microsoft.com/office/drawing/2014/main" id="{F87646C1-E760-9320-54BA-AE3F0A3999D6}"/>
              </a:ext>
            </a:extLst>
          </p:cNvPr>
          <p:cNvSpPr/>
          <p:nvPr/>
        </p:nvSpPr>
        <p:spPr>
          <a:xfrm rot="16200000">
            <a:off x="5515080" y="2905807"/>
            <a:ext cx="288032" cy="1286432"/>
          </a:xfrm>
          <a:prstGeom prst="leftBrace">
            <a:avLst>
              <a:gd name="adj1" fmla="val 33987"/>
              <a:gd name="adj2" fmla="val 50000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r"/>
            <a:endParaRPr lang="uk-UA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9EFB5FC-1436-99B7-A0F1-2DB879A6F774}"/>
              </a:ext>
            </a:extLst>
          </p:cNvPr>
          <p:cNvSpPr txBox="1"/>
          <p:nvPr/>
        </p:nvSpPr>
        <p:spPr>
          <a:xfrm>
            <a:off x="5104946" y="3678123"/>
            <a:ext cx="119736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</a:rPr>
              <a:t>Read Data1</a:t>
            </a:r>
          </a:p>
          <a:p>
            <a:pPr algn="ctr"/>
            <a:r>
              <a:rPr lang="en-US" sz="1600" dirty="0">
                <a:latin typeface="Arial" panose="020B0604020202020204" pitchFamily="34" charset="0"/>
              </a:rPr>
              <a:t>(reg 0x7A)</a:t>
            </a:r>
          </a:p>
        </p:txBody>
      </p:sp>
      <p:sp>
        <p:nvSpPr>
          <p:cNvPr id="36" name="Left Brace 35">
            <a:extLst>
              <a:ext uri="{FF2B5EF4-FFF2-40B4-BE49-F238E27FC236}">
                <a16:creationId xmlns:a16="http://schemas.microsoft.com/office/drawing/2014/main" id="{D28DFDA6-1519-EA60-7003-5FB759CCE2F4}"/>
              </a:ext>
            </a:extLst>
          </p:cNvPr>
          <p:cNvSpPr/>
          <p:nvPr/>
        </p:nvSpPr>
        <p:spPr>
          <a:xfrm rot="16200000">
            <a:off x="6910707" y="2950339"/>
            <a:ext cx="288032" cy="1197366"/>
          </a:xfrm>
          <a:prstGeom prst="leftBrace">
            <a:avLst>
              <a:gd name="adj1" fmla="val 33987"/>
              <a:gd name="adj2" fmla="val 50000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r"/>
            <a:endParaRPr lang="uk-UA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9BA38D0-0107-91F7-5F73-BA3A681007DF}"/>
              </a:ext>
            </a:extLst>
          </p:cNvPr>
          <p:cNvSpPr txBox="1"/>
          <p:nvPr/>
        </p:nvSpPr>
        <p:spPr>
          <a:xfrm>
            <a:off x="6500573" y="3665601"/>
            <a:ext cx="119736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</a:rPr>
              <a:t>Read</a:t>
            </a:r>
          </a:p>
          <a:p>
            <a:pPr algn="ctr"/>
            <a:r>
              <a:rPr lang="en-US" sz="1600" dirty="0">
                <a:latin typeface="Arial" panose="020B0604020202020204" pitchFamily="34" charset="0"/>
              </a:rPr>
              <a:t>Data2</a:t>
            </a:r>
          </a:p>
          <a:p>
            <a:pPr algn="ctr"/>
            <a:r>
              <a:rPr lang="en-US" sz="1600" dirty="0">
                <a:latin typeface="Arial" panose="020B0604020202020204" pitchFamily="34" charset="0"/>
              </a:rPr>
              <a:t>(reg 0x7B)</a:t>
            </a:r>
          </a:p>
        </p:txBody>
      </p:sp>
      <p:sp>
        <p:nvSpPr>
          <p:cNvPr id="38" name="Left Brace 37">
            <a:extLst>
              <a:ext uri="{FF2B5EF4-FFF2-40B4-BE49-F238E27FC236}">
                <a16:creationId xmlns:a16="http://schemas.microsoft.com/office/drawing/2014/main" id="{DDE65CFE-5B09-BD1B-AC18-9A784ADF5CF3}"/>
              </a:ext>
            </a:extLst>
          </p:cNvPr>
          <p:cNvSpPr/>
          <p:nvPr/>
        </p:nvSpPr>
        <p:spPr>
          <a:xfrm rot="16200000">
            <a:off x="8247711" y="2964429"/>
            <a:ext cx="288032" cy="1169186"/>
          </a:xfrm>
          <a:prstGeom prst="leftBrace">
            <a:avLst>
              <a:gd name="adj1" fmla="val 33987"/>
              <a:gd name="adj2" fmla="val 50000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r"/>
            <a:endParaRPr lang="uk-UA" dirty="0"/>
          </a:p>
        </p:txBody>
      </p:sp>
      <p:sp>
        <p:nvSpPr>
          <p:cNvPr id="39" name="Left Brace 38">
            <a:extLst>
              <a:ext uri="{FF2B5EF4-FFF2-40B4-BE49-F238E27FC236}">
                <a16:creationId xmlns:a16="http://schemas.microsoft.com/office/drawing/2014/main" id="{87C3812D-BDC3-B01B-42D8-E5BCBFEC6E5F}"/>
              </a:ext>
            </a:extLst>
          </p:cNvPr>
          <p:cNvSpPr/>
          <p:nvPr/>
        </p:nvSpPr>
        <p:spPr>
          <a:xfrm rot="16200000">
            <a:off x="9570625" y="2964428"/>
            <a:ext cx="288032" cy="1169186"/>
          </a:xfrm>
          <a:prstGeom prst="leftBrace">
            <a:avLst>
              <a:gd name="adj1" fmla="val 33987"/>
              <a:gd name="adj2" fmla="val 50000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r"/>
            <a:endParaRPr lang="uk-UA" dirty="0"/>
          </a:p>
        </p:txBody>
      </p:sp>
      <p:sp>
        <p:nvSpPr>
          <p:cNvPr id="40" name="Left Brace 39">
            <a:extLst>
              <a:ext uri="{FF2B5EF4-FFF2-40B4-BE49-F238E27FC236}">
                <a16:creationId xmlns:a16="http://schemas.microsoft.com/office/drawing/2014/main" id="{9E517B5F-508C-24D0-46B3-77C6EB3F1464}"/>
              </a:ext>
            </a:extLst>
          </p:cNvPr>
          <p:cNvSpPr/>
          <p:nvPr/>
        </p:nvSpPr>
        <p:spPr>
          <a:xfrm rot="16200000">
            <a:off x="10907007" y="2965306"/>
            <a:ext cx="288032" cy="1169186"/>
          </a:xfrm>
          <a:prstGeom prst="leftBrace">
            <a:avLst>
              <a:gd name="adj1" fmla="val 33987"/>
              <a:gd name="adj2" fmla="val 50000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r"/>
            <a:endParaRPr lang="uk-UA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E356242-8671-130D-BDBA-33DCEDD4532B}"/>
              </a:ext>
            </a:extLst>
          </p:cNvPr>
          <p:cNvSpPr txBox="1"/>
          <p:nvPr/>
        </p:nvSpPr>
        <p:spPr>
          <a:xfrm>
            <a:off x="7793044" y="3654038"/>
            <a:ext cx="119736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</a:rPr>
              <a:t>Read</a:t>
            </a:r>
          </a:p>
          <a:p>
            <a:pPr algn="ctr"/>
            <a:r>
              <a:rPr lang="en-US" sz="1600" dirty="0">
                <a:latin typeface="Arial" panose="020B0604020202020204" pitchFamily="34" charset="0"/>
              </a:rPr>
              <a:t>Data3</a:t>
            </a:r>
          </a:p>
          <a:p>
            <a:pPr algn="ctr"/>
            <a:r>
              <a:rPr lang="en-US" sz="1600" dirty="0">
                <a:latin typeface="Arial" panose="020B0604020202020204" pitchFamily="34" charset="0"/>
              </a:rPr>
              <a:t>(reg 0x7C)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C435710-AF82-A54F-EF62-52C89EF1F306}"/>
              </a:ext>
            </a:extLst>
          </p:cNvPr>
          <p:cNvSpPr txBox="1"/>
          <p:nvPr/>
        </p:nvSpPr>
        <p:spPr>
          <a:xfrm>
            <a:off x="9115958" y="3642226"/>
            <a:ext cx="119736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</a:rPr>
              <a:t>Read</a:t>
            </a:r>
          </a:p>
          <a:p>
            <a:pPr algn="ctr"/>
            <a:r>
              <a:rPr lang="en-US" sz="1600" dirty="0">
                <a:latin typeface="Arial" panose="020B0604020202020204" pitchFamily="34" charset="0"/>
              </a:rPr>
              <a:t>Data4</a:t>
            </a:r>
          </a:p>
          <a:p>
            <a:pPr algn="ctr"/>
            <a:r>
              <a:rPr lang="en-US" sz="1600" dirty="0">
                <a:latin typeface="Arial" panose="020B0604020202020204" pitchFamily="34" charset="0"/>
              </a:rPr>
              <a:t>(reg 0x7D)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D8A6915-57AB-81F4-E085-AB3CD1F41C95}"/>
              </a:ext>
            </a:extLst>
          </p:cNvPr>
          <p:cNvSpPr txBox="1"/>
          <p:nvPr/>
        </p:nvSpPr>
        <p:spPr>
          <a:xfrm>
            <a:off x="10437722" y="3642226"/>
            <a:ext cx="119736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</a:rPr>
              <a:t>Read</a:t>
            </a:r>
          </a:p>
          <a:p>
            <a:pPr algn="ctr"/>
            <a:r>
              <a:rPr lang="en-US" sz="1600" dirty="0">
                <a:latin typeface="Arial" panose="020B0604020202020204" pitchFamily="34" charset="0"/>
              </a:rPr>
              <a:t>Data5</a:t>
            </a:r>
          </a:p>
          <a:p>
            <a:pPr algn="ctr"/>
            <a:r>
              <a:rPr lang="en-US" sz="1600" dirty="0">
                <a:latin typeface="Arial" panose="020B0604020202020204" pitchFamily="34" charset="0"/>
              </a:rPr>
              <a:t>(reg 0x7E)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D786793-517C-8F65-1EC4-BE66CFD15BB2}"/>
              </a:ext>
            </a:extLst>
          </p:cNvPr>
          <p:cNvSpPr txBox="1"/>
          <p:nvPr/>
        </p:nvSpPr>
        <p:spPr>
          <a:xfrm rot="16200000">
            <a:off x="11564187" y="3449882"/>
            <a:ext cx="70206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</a:rPr>
              <a:t>Stop</a:t>
            </a:r>
            <a:endParaRPr lang="uk-UA" sz="16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E4A9F19-2E67-40E7-E026-E5C4B630D533}"/>
              </a:ext>
            </a:extLst>
          </p:cNvPr>
          <p:cNvSpPr txBox="1"/>
          <p:nvPr/>
        </p:nvSpPr>
        <p:spPr>
          <a:xfrm rot="16200000">
            <a:off x="11295505" y="3523759"/>
            <a:ext cx="85614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NACK</a:t>
            </a:r>
            <a:endParaRPr lang="uk-UA" sz="1600" dirty="0"/>
          </a:p>
        </p:txBody>
      </p:sp>
      <p:sp>
        <p:nvSpPr>
          <p:cNvPr id="48" name="Left Brace 47">
            <a:extLst>
              <a:ext uri="{FF2B5EF4-FFF2-40B4-BE49-F238E27FC236}">
                <a16:creationId xmlns:a16="http://schemas.microsoft.com/office/drawing/2014/main" id="{BC33189D-B735-FBB9-ECD0-233835251BF8}"/>
              </a:ext>
            </a:extLst>
          </p:cNvPr>
          <p:cNvSpPr/>
          <p:nvPr/>
        </p:nvSpPr>
        <p:spPr>
          <a:xfrm rot="16200000">
            <a:off x="3525150" y="3437762"/>
            <a:ext cx="288032" cy="242911"/>
          </a:xfrm>
          <a:prstGeom prst="leftBrace">
            <a:avLst>
              <a:gd name="adj1" fmla="val 33987"/>
              <a:gd name="adj2" fmla="val 50000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r"/>
            <a:endParaRPr lang="uk-UA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E67A9C3-7694-0163-30F5-254BF0A0600B}"/>
              </a:ext>
            </a:extLst>
          </p:cNvPr>
          <p:cNvSpPr txBox="1"/>
          <p:nvPr/>
        </p:nvSpPr>
        <p:spPr>
          <a:xfrm rot="16200000">
            <a:off x="3150026" y="3843394"/>
            <a:ext cx="101297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Restart</a:t>
            </a:r>
          </a:p>
        </p:txBody>
      </p:sp>
      <p:sp>
        <p:nvSpPr>
          <p:cNvPr id="52" name="Left Brace 51">
            <a:extLst>
              <a:ext uri="{FF2B5EF4-FFF2-40B4-BE49-F238E27FC236}">
                <a16:creationId xmlns:a16="http://schemas.microsoft.com/office/drawing/2014/main" id="{E7D9ACC2-8F29-ABEF-B6C5-1785EA9C7C98}"/>
              </a:ext>
            </a:extLst>
          </p:cNvPr>
          <p:cNvSpPr/>
          <p:nvPr/>
        </p:nvSpPr>
        <p:spPr>
          <a:xfrm rot="16200000">
            <a:off x="1841737" y="2078224"/>
            <a:ext cx="288032" cy="2989584"/>
          </a:xfrm>
          <a:prstGeom prst="leftBrace">
            <a:avLst>
              <a:gd name="adj1" fmla="val 33987"/>
              <a:gd name="adj2" fmla="val 50000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r"/>
            <a:endParaRPr lang="uk-UA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665BF67-6220-DAC4-FA29-00E31FC887FA}"/>
              </a:ext>
            </a:extLst>
          </p:cNvPr>
          <p:cNvSpPr txBox="1"/>
          <p:nvPr/>
        </p:nvSpPr>
        <p:spPr>
          <a:xfrm>
            <a:off x="1326310" y="3693036"/>
            <a:ext cx="14573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dirty="0"/>
              <a:t>“Pointer set”</a:t>
            </a:r>
          </a:p>
        </p:txBody>
      </p:sp>
      <p:sp>
        <p:nvSpPr>
          <p:cNvPr id="55" name="Left Brace 54">
            <a:extLst>
              <a:ext uri="{FF2B5EF4-FFF2-40B4-BE49-F238E27FC236}">
                <a16:creationId xmlns:a16="http://schemas.microsoft.com/office/drawing/2014/main" id="{D1F7CC2E-5B03-440B-70A1-CAE1A43A9963}"/>
              </a:ext>
            </a:extLst>
          </p:cNvPr>
          <p:cNvSpPr/>
          <p:nvPr/>
        </p:nvSpPr>
        <p:spPr>
          <a:xfrm rot="16200000">
            <a:off x="4219716" y="3056731"/>
            <a:ext cx="288032" cy="1016265"/>
          </a:xfrm>
          <a:prstGeom prst="leftBrace">
            <a:avLst>
              <a:gd name="adj1" fmla="val 33987"/>
              <a:gd name="adj2" fmla="val 50000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r"/>
            <a:endParaRPr lang="uk-UA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9331D96-6119-29BC-3A80-BB83CD12C0A2}"/>
              </a:ext>
            </a:extLst>
          </p:cNvPr>
          <p:cNvSpPr txBox="1"/>
          <p:nvPr/>
        </p:nvSpPr>
        <p:spPr>
          <a:xfrm>
            <a:off x="3706121" y="3693036"/>
            <a:ext cx="13942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</a:rPr>
              <a:t>Target device address (0x08)</a:t>
            </a:r>
            <a:endParaRPr lang="uk-UA" sz="1400" dirty="0"/>
          </a:p>
        </p:txBody>
      </p:sp>
    </p:spTree>
    <p:extLst>
      <p:ext uri="{BB962C8B-B14F-4D97-AF65-F5344CB8AC3E}">
        <p14:creationId xmlns:p14="http://schemas.microsoft.com/office/powerpoint/2010/main" val="302959650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08201-9C61-116D-7828-93BD80AA1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Режими І2С</a:t>
            </a:r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19F80B50-5D35-E2F0-A1ED-FBCEDE14A48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65598007"/>
              </p:ext>
            </p:extLst>
          </p:nvPr>
        </p:nvGraphicFramePr>
        <p:xfrm>
          <a:off x="89956" y="2131848"/>
          <a:ext cx="12000659" cy="2594304"/>
        </p:xfrm>
        <a:graphic>
          <a:graphicData uri="http://schemas.openxmlformats.org/drawingml/2006/table">
            <a:tbl>
              <a:tblPr firstRow="1" firstCol="1" bandRow="1"/>
              <a:tblGrid>
                <a:gridCol w="2261628">
                  <a:extLst>
                    <a:ext uri="{9D8B030D-6E8A-4147-A177-3AD203B41FA5}">
                      <a16:colId xmlns:a16="http://schemas.microsoft.com/office/drawing/2014/main" val="1295406898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3217973212"/>
                    </a:ext>
                  </a:extLst>
                </a:gridCol>
                <a:gridCol w="2520398">
                  <a:extLst>
                    <a:ext uri="{9D8B030D-6E8A-4147-A177-3AD203B41FA5}">
                      <a16:colId xmlns:a16="http://schemas.microsoft.com/office/drawing/2014/main" val="1471313197"/>
                    </a:ext>
                  </a:extLst>
                </a:gridCol>
                <a:gridCol w="1975718">
                  <a:extLst>
                    <a:ext uri="{9D8B030D-6E8A-4147-A177-3AD203B41FA5}">
                      <a16:colId xmlns:a16="http://schemas.microsoft.com/office/drawing/2014/main" val="2572262387"/>
                    </a:ext>
                  </a:extLst>
                </a:gridCol>
                <a:gridCol w="2195242">
                  <a:extLst>
                    <a:ext uri="{9D8B030D-6E8A-4147-A177-3AD203B41FA5}">
                      <a16:colId xmlns:a16="http://schemas.microsoft.com/office/drawing/2014/main" val="1999803007"/>
                    </a:ext>
                  </a:extLst>
                </a:gridCol>
                <a:gridCol w="1463497">
                  <a:extLst>
                    <a:ext uri="{9D8B030D-6E8A-4147-A177-3AD203B41FA5}">
                      <a16:colId xmlns:a16="http://schemas.microsoft.com/office/drawing/2014/main" val="2145002027"/>
                    </a:ext>
                  </a:extLst>
                </a:gridCol>
              </a:tblGrid>
              <a:tr h="12833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uk-UA" sz="1600" b="1" kern="1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Режим I2C</a:t>
                      </a:r>
                      <a:endParaRPr lang="uk-UA" sz="16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62" marR="7462" marT="7462" marB="746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uk-UA" sz="1600" b="1" kern="1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Швидкість</a:t>
                      </a:r>
                      <a:endParaRPr lang="uk-UA" sz="16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62" marR="7462" marT="7462" marB="746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uk-UA" sz="1600" b="1" kern="10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Кількість пристроїв</a:t>
                      </a:r>
                      <a:endParaRPr lang="uk-UA" sz="16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62" marR="7462" marT="7462" marB="746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uk-UA" sz="1600" b="1" kern="10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Тип зв’язку</a:t>
                      </a:r>
                      <a:endParaRPr lang="uk-UA" sz="16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62" marR="7462" marT="7462" marB="746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uk-UA" sz="1600" b="1" kern="10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Особливості</a:t>
                      </a:r>
                      <a:endParaRPr lang="uk-UA" sz="16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62" marR="7462" marT="7462" marB="746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uk-UA" sz="1600" b="1" kern="1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Складність</a:t>
                      </a:r>
                      <a:endParaRPr lang="uk-UA" sz="16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62" marR="7462" marT="7462" marB="746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6421589"/>
                  </a:ext>
                </a:extLst>
              </a:tr>
              <a:tr h="22728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uk-UA" sz="1600" b="1" kern="1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Standard Mode (SM)</a:t>
                      </a:r>
                    </a:p>
                  </a:txBody>
                  <a:tcPr marL="7462" marR="7462" marT="7462" marB="746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uk-UA" sz="1600" kern="1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До 100 кбіт/с</a:t>
                      </a:r>
                    </a:p>
                  </a:txBody>
                  <a:tcPr marL="7462" marR="7462" marT="7462" marB="746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uk-UA" sz="1600" kern="1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До 128 (7-бітна)</a:t>
                      </a:r>
                    </a:p>
                  </a:txBody>
                  <a:tcPr marL="7462" marR="7462" marT="7462" marB="746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uk-UA" sz="1600" kern="10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Напівдуплексний</a:t>
                      </a:r>
                    </a:p>
                  </a:txBody>
                  <a:tcPr marL="7462" marR="7462" marT="7462" marB="746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uk-UA" sz="1400" kern="10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Базовий режим, проста реалізація</a:t>
                      </a:r>
                    </a:p>
                  </a:txBody>
                  <a:tcPr marL="7462" marR="7462" marT="7462" marB="746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uk-UA" sz="1600" kern="1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Низька</a:t>
                      </a:r>
                    </a:p>
                  </a:txBody>
                  <a:tcPr marL="7462" marR="7462" marT="7462" marB="746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2074745"/>
                  </a:ext>
                </a:extLst>
              </a:tr>
              <a:tr h="22728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uk-UA" sz="1600" b="1" kern="1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Fast Mode (FM)</a:t>
                      </a:r>
                    </a:p>
                  </a:txBody>
                  <a:tcPr marL="7462" marR="7462" marT="7462" marB="746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uk-UA" sz="1600" kern="10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До 400 кбіт/с</a:t>
                      </a:r>
                    </a:p>
                  </a:txBody>
                  <a:tcPr marL="7462" marR="7462" marT="7462" marB="746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uk-UA" sz="1600" kern="1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До 128 (7-бітна)</a:t>
                      </a:r>
                    </a:p>
                  </a:txBody>
                  <a:tcPr marL="7462" marR="7462" marT="7462" marB="746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uk-UA" sz="1600" kern="1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Напівдуплексний</a:t>
                      </a:r>
                    </a:p>
                  </a:txBody>
                  <a:tcPr marL="7462" marR="7462" marT="7462" marB="746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uk-UA" sz="1400" kern="10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Підвищена швидкість передачі</a:t>
                      </a:r>
                    </a:p>
                  </a:txBody>
                  <a:tcPr marL="7462" marR="7462" marT="7462" marB="746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uk-UA" sz="1600" kern="10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Середня</a:t>
                      </a:r>
                    </a:p>
                  </a:txBody>
                  <a:tcPr marL="7462" marR="7462" marT="7462" marB="746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0430434"/>
                  </a:ext>
                </a:extLst>
              </a:tr>
              <a:tr h="22728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uk-UA" sz="1600" b="1" kern="10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Fast Mode Plus (FM+)</a:t>
                      </a:r>
                    </a:p>
                  </a:txBody>
                  <a:tcPr marL="7462" marR="7462" marT="7462" marB="746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uk-UA" sz="1600" kern="10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До 1 Мбіт/с</a:t>
                      </a:r>
                    </a:p>
                  </a:txBody>
                  <a:tcPr marL="7462" marR="7462" marT="7462" marB="746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uk-UA" sz="1600" kern="1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До 128 (7-бітна адреса)</a:t>
                      </a:r>
                    </a:p>
                  </a:txBody>
                  <a:tcPr marL="7462" marR="7462" marT="7462" marB="746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uk-UA" sz="1600" kern="1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Напівдуплексний</a:t>
                      </a:r>
                    </a:p>
                  </a:txBody>
                  <a:tcPr marL="7462" marR="7462" marT="7462" marB="746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uk-UA" sz="1400" kern="10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Вимагає потужніших підтягувальних резисторів</a:t>
                      </a:r>
                    </a:p>
                  </a:txBody>
                  <a:tcPr marL="7462" marR="7462" marT="7462" marB="746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uk-UA" sz="1600" kern="10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Середня</a:t>
                      </a:r>
                    </a:p>
                  </a:txBody>
                  <a:tcPr marL="7462" marR="7462" marT="7462" marB="746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5801297"/>
                  </a:ext>
                </a:extLst>
              </a:tr>
              <a:tr h="22728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uk-UA" sz="1600" b="1" kern="1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High-Speed Mode (HS)</a:t>
                      </a:r>
                    </a:p>
                  </a:txBody>
                  <a:tcPr marL="7462" marR="7462" marT="7462" marB="746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uk-UA" sz="1600" kern="10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До 3,4 Мбіт/с</a:t>
                      </a:r>
                    </a:p>
                  </a:txBody>
                  <a:tcPr marL="7462" marR="7462" marT="7462" marB="746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uk-UA" sz="1600" kern="1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До 128 (7-бітна адреса)</a:t>
                      </a:r>
                    </a:p>
                  </a:txBody>
                  <a:tcPr marL="7462" marR="7462" marT="7462" marB="746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uk-UA" sz="1600" kern="1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Напівдуплексний</a:t>
                      </a:r>
                    </a:p>
                  </a:txBody>
                  <a:tcPr marL="7462" marR="7462" marT="7462" marB="746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uk-UA" sz="1400" kern="10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Використовується для швидкісних пристроїв</a:t>
                      </a:r>
                    </a:p>
                  </a:txBody>
                  <a:tcPr marL="7462" marR="7462" marT="7462" marB="746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uk-UA" sz="1600" kern="10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Висока</a:t>
                      </a:r>
                    </a:p>
                  </a:txBody>
                  <a:tcPr marL="7462" marR="7462" marT="7462" marB="746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2581828"/>
                  </a:ext>
                </a:extLst>
              </a:tr>
              <a:tr h="25868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uk-UA" sz="1600" b="1" kern="1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Ultra-Fast Mode (UF)</a:t>
                      </a:r>
                    </a:p>
                  </a:txBody>
                  <a:tcPr marL="7462" marR="7462" marT="7462" marB="746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uk-UA" sz="1600" kern="1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До 5 Мбіт/с</a:t>
                      </a:r>
                    </a:p>
                  </a:txBody>
                  <a:tcPr marL="7462" marR="7462" marT="7462" marB="746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uk-UA" sz="1600" kern="1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Лише один підлеглий</a:t>
                      </a:r>
                    </a:p>
                  </a:txBody>
                  <a:tcPr marL="7462" marR="7462" marT="7462" marB="746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uk-UA" sz="1600" kern="1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Односторонній (лише запис)</a:t>
                      </a:r>
                    </a:p>
                  </a:txBody>
                  <a:tcPr marL="7462" marR="7462" marT="7462" marB="746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uk-UA" sz="1400" kern="1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Використовується для швидкої передачі даних</a:t>
                      </a:r>
                    </a:p>
                  </a:txBody>
                  <a:tcPr marL="7462" marR="7462" marT="7462" marB="746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uk-UA" sz="1600" kern="1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Висока</a:t>
                      </a:r>
                    </a:p>
                  </a:txBody>
                  <a:tcPr marL="7462" marR="7462" marT="7462" marB="746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18959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9084507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8A078-B81C-784E-9A95-119F2C2EC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Висновки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E60778-D9D1-0F03-45AF-DA04B70426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999" y="1268760"/>
            <a:ext cx="11244574" cy="5032660"/>
          </a:xfrm>
        </p:spPr>
        <p:txBody>
          <a:bodyPr/>
          <a:lstStyle/>
          <a:p>
            <a:r>
              <a:rPr lang="uk-UA" b="1" dirty="0"/>
              <a:t>Висновки щодо протоколу </a:t>
            </a:r>
            <a:r>
              <a:rPr lang="en-US" b="1" dirty="0"/>
              <a:t>I2C:</a:t>
            </a:r>
            <a:endParaRPr lang="en-US" dirty="0"/>
          </a:p>
          <a:p>
            <a:r>
              <a:rPr lang="uk-UA" b="1" dirty="0"/>
              <a:t>1. Простота реалізації:</a:t>
            </a:r>
            <a:r>
              <a:rPr lang="uk-UA" dirty="0"/>
              <a:t> </a:t>
            </a:r>
            <a:r>
              <a:rPr lang="en-US" dirty="0"/>
              <a:t>I2C </a:t>
            </a:r>
            <a:r>
              <a:rPr lang="uk-UA" dirty="0"/>
              <a:t>використовує лише дві лінії (</a:t>
            </a:r>
            <a:r>
              <a:rPr lang="en-US" dirty="0"/>
              <a:t>SDA </a:t>
            </a:r>
            <a:r>
              <a:rPr lang="uk-UA" dirty="0"/>
              <a:t>і </a:t>
            </a:r>
            <a:r>
              <a:rPr lang="en-US" dirty="0"/>
              <a:t>SCL), </a:t>
            </a:r>
            <a:r>
              <a:rPr lang="uk-UA" dirty="0"/>
              <a:t>що зменшує кількість з'єднань і спрощує схему.</a:t>
            </a:r>
          </a:p>
          <a:p>
            <a:r>
              <a:rPr lang="uk-UA" b="1" dirty="0"/>
              <a:t>2. Підтримка кількох пристроїв:</a:t>
            </a:r>
            <a:r>
              <a:rPr lang="uk-UA" dirty="0"/>
              <a:t> Можливість підключення кількох контролерів і підлеглих пристроїв на одну шину.</a:t>
            </a:r>
          </a:p>
          <a:p>
            <a:r>
              <a:rPr lang="uk-UA" b="1" dirty="0"/>
              <a:t>3. Різноманітність режимів:</a:t>
            </a:r>
            <a:r>
              <a:rPr lang="uk-UA" dirty="0"/>
              <a:t> Підтримка різних швидкостей передачі даних (</a:t>
            </a:r>
            <a:r>
              <a:rPr lang="en-US" dirty="0"/>
              <a:t>Standard, Fast, Fast Plus, High-Speed, Ultra-Fast).</a:t>
            </a:r>
          </a:p>
          <a:p>
            <a:r>
              <a:rPr lang="uk-UA" b="1" dirty="0"/>
              <a:t>4. Адресація:</a:t>
            </a:r>
            <a:r>
              <a:rPr lang="uk-UA" dirty="0"/>
              <a:t> Використання 7-бітної або 10-бітної адресації дозволяє підключати велику кількість пристроїв.</a:t>
            </a:r>
          </a:p>
          <a:p>
            <a:r>
              <a:rPr lang="uk-UA" b="1" dirty="0"/>
              <a:t>5. Механізм арбітражу:</a:t>
            </a:r>
            <a:r>
              <a:rPr lang="uk-UA" dirty="0"/>
              <a:t> Вбудована система вирішення конфліктів забезпечує стабільну роботу при використанні кількох контролерів.</a:t>
            </a:r>
          </a:p>
          <a:p>
            <a:r>
              <a:rPr lang="uk-UA" b="1" dirty="0"/>
              <a:t>6. Підтримка підтвердження (</a:t>
            </a:r>
            <a:r>
              <a:rPr lang="en-US" b="1" dirty="0"/>
              <a:t>ACK/NACK):</a:t>
            </a:r>
            <a:r>
              <a:rPr lang="en-US" dirty="0"/>
              <a:t> </a:t>
            </a:r>
            <a:r>
              <a:rPr lang="uk-UA" dirty="0"/>
              <a:t>Гарантує контроль правильності прийому даних між пристроями.</a:t>
            </a:r>
          </a:p>
          <a:p>
            <a:r>
              <a:rPr lang="uk-UA" b="1" dirty="0"/>
              <a:t>7. Гнучкість передачі:</a:t>
            </a:r>
            <a:r>
              <a:rPr lang="uk-UA" dirty="0"/>
              <a:t> Можливість як зчитування, так і запису даних, а також підтримка послідовної і довільної (</a:t>
            </a:r>
            <a:r>
              <a:rPr lang="en-US" dirty="0"/>
              <a:t>random) </a:t>
            </a:r>
            <a:r>
              <a:rPr lang="uk-UA" dirty="0"/>
              <a:t>адресації.</a:t>
            </a:r>
          </a:p>
          <a:p>
            <a:r>
              <a:rPr lang="uk-UA" b="1" dirty="0"/>
              <a:t>8. Енергоефективність:</a:t>
            </a:r>
            <a:r>
              <a:rPr lang="uk-UA" dirty="0"/>
              <a:t> Відкритий стік (</a:t>
            </a:r>
            <a:r>
              <a:rPr lang="en-US" dirty="0"/>
              <a:t>open-drain) </a:t>
            </a:r>
            <a:r>
              <a:rPr lang="uk-UA" dirty="0"/>
              <a:t>дозволяє знизити енергоспоживання та уникнути пошкодження через конфлікти сигналів.</a:t>
            </a:r>
          </a:p>
          <a:p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905671238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3D737A5-6BDA-4496-BFA2-48EC8B9E9EB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80000" y="1412776"/>
            <a:ext cx="5280000" cy="300339"/>
          </a:xfrm>
        </p:spPr>
        <p:txBody>
          <a:bodyPr/>
          <a:lstStyle/>
          <a:p>
            <a:r>
              <a:rPr lang="en-US" altLang="ja-JP" dirty="0"/>
              <a:t>Renesas.com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372854313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Renesas Template 2022 - EN Confidential">
  <a:themeElements>
    <a:clrScheme name="Renesas_colors">
      <a:dk1>
        <a:srgbClr val="3C3C3B"/>
      </a:dk1>
      <a:lt1>
        <a:sysClr val="window" lastClr="FFFFFF"/>
      </a:lt1>
      <a:dk2>
        <a:srgbClr val="06418C"/>
      </a:dk2>
      <a:lt2>
        <a:srgbClr val="F2F2F2"/>
      </a:lt2>
      <a:accent1>
        <a:srgbClr val="4471A9"/>
      </a:accent1>
      <a:accent2>
        <a:srgbClr val="D70000"/>
      </a:accent2>
      <a:accent3>
        <a:srgbClr val="FFC800"/>
      </a:accent3>
      <a:accent4>
        <a:srgbClr val="669933"/>
      </a:accent4>
      <a:accent5>
        <a:srgbClr val="993399"/>
      </a:accent5>
      <a:accent6>
        <a:srgbClr val="9D9D9D"/>
      </a:accent6>
      <a:hlink>
        <a:srgbClr val="06418C"/>
      </a:hlink>
      <a:folHlink>
        <a:srgbClr val="993399"/>
      </a:folHlink>
    </a:clrScheme>
    <a:fontScheme name="ユーザー定義 1">
      <a:majorFont>
        <a:latin typeface="Arial Narrow"/>
        <a:ea typeface="メイリオ"/>
        <a:cs typeface=""/>
      </a:majorFont>
      <a:minorFont>
        <a:latin typeface="Arial"/>
        <a:ea typeface="メイリオ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/>
      <a:bodyPr/>
      <a:lstStyle/>
      <a:style>
        <a:lnRef idx="2">
          <a:schemeClr val="accent2"/>
        </a:lnRef>
        <a:fillRef idx="0">
          <a:schemeClr val="accent2"/>
        </a:fillRef>
        <a:effectRef idx="1">
          <a:schemeClr val="accent2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プレゼンテーション2" id="{FEA893EC-425D-4E51-94A6-0D6C423C55FD}" vid="{FF1C85DF-31A8-4994-B170-77A51C474603}"/>
    </a:ext>
  </a:extLst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CDF933AFDC72644BEC2DD4A66F8588E" ma:contentTypeVersion="28" ma:contentTypeDescription="Create a new document." ma:contentTypeScope="" ma:versionID="3dd8df1517bf577a475a4dfa29d7bfdf">
  <xsd:schema xmlns:xsd="http://www.w3.org/2001/XMLSchema" xmlns:xs="http://www.w3.org/2001/XMLSchema" xmlns:p="http://schemas.microsoft.com/office/2006/metadata/properties" xmlns:ns2="084dd9f6-50cb-4ac1-978b-315f52073de3" xmlns:ns3="e45712e8-6429-47e4-bf94-5d5d0cff5b2d" xmlns:ns4="c24288ec-b664-4237-bfbf-b4d897279037" targetNamespace="http://schemas.microsoft.com/office/2006/metadata/properties" ma:root="true" ma:fieldsID="8bae32201aecd5b4bbcca88f6431800b" ns2:_="" ns3:_="" ns4:_="">
    <xsd:import namespace="084dd9f6-50cb-4ac1-978b-315f52073de3"/>
    <xsd:import namespace="e45712e8-6429-47e4-bf94-5d5d0cff5b2d"/>
    <xsd:import namespace="c24288ec-b664-4237-bfbf-b4d897279037"/>
    <xsd:element name="properties">
      <xsd:complexType>
        <xsd:sequence>
          <xsd:element name="documentManagement">
            <xsd:complexType>
              <xsd:all>
                <xsd:element ref="ns2:PublishingStartDate" minOccurs="0"/>
                <xsd:element ref="ns2:PublishingExpirationDate" minOccurs="0"/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4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84dd9f6-50cb-4ac1-978b-315f52073de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Scheduling Start Date" ma:description="Scheduling Start Date is a site column created by the Publishing feature. It is used to specify the date and time on which this page will first appear to site visitors." ma:format="DateTime" ma:internalName="PublishingStartDate" ma:readOnly="false">
      <xsd:simpleType>
        <xsd:restriction base="dms:Unknown"/>
      </xsd:simpleType>
    </xsd:element>
    <xsd:element name="PublishingExpirationDate" ma:index="9" nillable="true" ma:displayName="Scheduling End Date" ma:description="Scheduling End Date is a site column created by the Publishing feature. It is used to specify the date and time on which this page will no longer appear to site visitors." ma:format="DateTime" ma:internalName="PublishingExpirationDate" ma:readOnly="false">
      <xsd:simpleType>
        <xsd:restriction base="dms:Unknown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631f0850-98f7-4372-8aa8-4aaf7edce82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5712e8-6429-47e4-bf94-5d5d0cff5b2d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SearchPeopleOnly="false" ma:SharePointGroup="0" ma:internalName="SharedWithUsers" ma:readOnly="true" ma:showField="ImnNam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24288ec-b664-4237-bfbf-b4d897279037" elementFormDefault="qualified">
    <xsd:import namespace="http://schemas.microsoft.com/office/2006/documentManagement/types"/>
    <xsd:import namespace="http://schemas.microsoft.com/office/infopath/2007/PartnerControls"/>
    <xsd:element name="TaxCatchAll" ma:index="22" nillable="true" ma:displayName="Taxonomy Catch All Column" ma:hidden="true" ma:list="{4fdab1bc-26b5-407e-99d0-649d445c7cd6}" ma:internalName="TaxCatchAll" ma:showField="CatchAllData" ma:web="e45712e8-6429-47e4-bf94-5d5d0cff5b2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ExpirationDate xmlns="084dd9f6-50cb-4ac1-978b-315f52073de3" xsi:nil="true"/>
    <PublishingStartDate xmlns="084dd9f6-50cb-4ac1-978b-315f52073de3" xsi:nil="true"/>
    <lcf76f155ced4ddcb4097134ff3c332f xmlns="084dd9f6-50cb-4ac1-978b-315f52073de3">
      <Terms xmlns="http://schemas.microsoft.com/office/infopath/2007/PartnerControls"/>
    </lcf76f155ced4ddcb4097134ff3c332f>
    <TaxCatchAll xmlns="c24288ec-b664-4237-bfbf-b4d897279037" xsi:nil="true"/>
  </documentManagement>
</p:properties>
</file>

<file path=customXml/itemProps1.xml><?xml version="1.0" encoding="utf-8"?>
<ds:datastoreItem xmlns:ds="http://schemas.openxmlformats.org/officeDocument/2006/customXml" ds:itemID="{B66FD1DD-1A8E-4762-87CD-B3639EDAE8C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84dd9f6-50cb-4ac1-978b-315f52073de3"/>
    <ds:schemaRef ds:uri="e45712e8-6429-47e4-bf94-5d5d0cff5b2d"/>
    <ds:schemaRef ds:uri="c24288ec-b664-4237-bfbf-b4d89727903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F3BE601-7F02-4240-9AF6-86A6A55D9AE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E71853E-0EF3-4973-AB23-17AA5798BB66}">
  <ds:schemaRefs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084dd9f6-50cb-4ac1-978b-315f52073de3"/>
    <ds:schemaRef ds:uri="http://purl.org/dc/elements/1.1/"/>
    <ds:schemaRef ds:uri="http://schemas.microsoft.com/office/2006/metadata/properties"/>
    <ds:schemaRef ds:uri="http://schemas.microsoft.com/office/2006/documentManagement/types"/>
    <ds:schemaRef ds:uri="e45712e8-6429-47e4-bf94-5d5d0cff5b2d"/>
    <ds:schemaRef ds:uri="http://www.w3.org/XML/1998/namespace"/>
    <ds:schemaRef ds:uri="c24288ec-b664-4237-bfbf-b4d897279037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a_EN_conf_2025_Renesas_PPTtemp</Template>
  <TotalTime>4179</TotalTime>
  <Words>1863</Words>
  <Application>Microsoft Office PowerPoint</Application>
  <PresentationFormat>Widescreen</PresentationFormat>
  <Paragraphs>221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Arial Narrow</vt:lpstr>
      <vt:lpstr>ArialMT</vt:lpstr>
      <vt:lpstr>Calibri</vt:lpstr>
      <vt:lpstr>Symbol</vt:lpstr>
      <vt:lpstr>Wingdings</vt:lpstr>
      <vt:lpstr>Renesas Template 2022 - EN Confidential</vt:lpstr>
      <vt:lpstr>PowerPoint Presentation</vt:lpstr>
      <vt:lpstr>I2C Інтерфейс</vt:lpstr>
      <vt:lpstr>I2C Інтерфейс</vt:lpstr>
      <vt:lpstr>Приклад використання І2С</vt:lpstr>
      <vt:lpstr>Приклад використання І2С</vt:lpstr>
      <vt:lpstr>З'єднання I2C ІнтерфейсУ</vt:lpstr>
      <vt:lpstr>З'єднання I2C ІнтерфейсУ. Чому Open Drain?</vt:lpstr>
      <vt:lpstr>З'єднання I2C ІнтерфейсУ. Чому не push pull?</vt:lpstr>
      <vt:lpstr>Протокол і інтерфейс</vt:lpstr>
      <vt:lpstr>I2C протокол</vt:lpstr>
      <vt:lpstr>I2C протокол. Початок</vt:lpstr>
      <vt:lpstr>I2C протокол. Продовження...</vt:lpstr>
      <vt:lpstr>Random write command</vt:lpstr>
      <vt:lpstr>Sequential Write command</vt:lpstr>
      <vt:lpstr>Random read command </vt:lpstr>
      <vt:lpstr>Sequential read command</vt:lpstr>
      <vt:lpstr>Режими І2С</vt:lpstr>
      <vt:lpstr>Висновки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Olesia Uhrynovych</dc:creator>
  <cp:lastModifiedBy>Oleh Sapiha</cp:lastModifiedBy>
  <cp:revision>1</cp:revision>
  <dcterms:created xsi:type="dcterms:W3CDTF">2024-12-12T13:59:23Z</dcterms:created>
  <dcterms:modified xsi:type="dcterms:W3CDTF">2025-03-09T21:09:20Z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0x010100ACDF933AFDC72644BEC2DD4A66F8588E</vt:lpwstr>
  </property>
  <property fmtid="{D5CDD505-2E9C-101B-9397-08002B2CF9AE}" pid="3" name="xd_ProgID">
    <vt:lpwstr/>
  </property>
  <property fmtid="{D5CDD505-2E9C-101B-9397-08002B2CF9AE}" pid="4" name="ComplianceAssetId">
    <vt:lpwstr/>
  </property>
  <property fmtid="{D5CDD505-2E9C-101B-9397-08002B2CF9AE}" pid="5" name="TemplateUrl">
    <vt:lpwstr/>
  </property>
</Properties>
</file>