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4"/>
  </p:sldMasterIdLst>
  <p:notesMasterIdLst>
    <p:notesMasterId r:id="rId16"/>
  </p:notesMasterIdLst>
  <p:sldIdLst>
    <p:sldId id="443" r:id="rId5"/>
    <p:sldId id="649" r:id="rId6"/>
    <p:sldId id="651" r:id="rId7"/>
    <p:sldId id="657" r:id="rId8"/>
    <p:sldId id="654" r:id="rId9"/>
    <p:sldId id="658" r:id="rId10"/>
    <p:sldId id="653" r:id="rId11"/>
    <p:sldId id="655" r:id="rId12"/>
    <p:sldId id="656" r:id="rId13"/>
    <p:sldId id="659" r:id="rId14"/>
    <p:sldId id="660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0B8"/>
    <a:srgbClr val="BFBEBE"/>
    <a:srgbClr val="706F6F"/>
    <a:srgbClr val="999998"/>
    <a:srgbClr val="9E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7" autoAdjust="0"/>
  </p:normalViewPr>
  <p:slideViewPr>
    <p:cSldViewPr showGuides="1">
      <p:cViewPr varScale="1">
        <p:scale>
          <a:sx n="83" d="100"/>
          <a:sy n="83" d="100"/>
        </p:scale>
        <p:origin x="686" y="77"/>
      </p:cViewPr>
      <p:guideLst/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esia Uhrynovych" userId="25f6040e-db4e-4f69-b278-8c5b53bbe525" providerId="ADAL" clId="{2A366E5C-31C0-4C3B-88F4-EC675AAC9D76}"/>
    <pc:docChg chg="undo custSel addSld modSld modMainMaster">
      <pc:chgData name="Olesia Uhrynovych" userId="25f6040e-db4e-4f69-b278-8c5b53bbe525" providerId="ADAL" clId="{2A366E5C-31C0-4C3B-88F4-EC675AAC9D76}" dt="2024-12-16T10:15:41.250" v="184" actId="1076"/>
      <pc:docMkLst>
        <pc:docMk/>
      </pc:docMkLst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372854313" sldId="36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65124972" sldId="37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292503041" sldId="385"/>
        </pc:sldMkLst>
      </pc:sldChg>
      <pc:sldChg chg="delSp modSp modTransition modAnim">
        <pc:chgData name="Olesia Uhrynovych" userId="25f6040e-db4e-4f69-b278-8c5b53bbe525" providerId="ADAL" clId="{2A366E5C-31C0-4C3B-88F4-EC675AAC9D76}" dt="2024-12-16T09:23:38.966" v="39"/>
        <pc:sldMkLst>
          <pc:docMk/>
          <pc:sldMk cId="343798364" sldId="38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258932244" sldId="387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719138458" sldId="388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105040390" sldId="389"/>
        </pc:sldMkLst>
      </pc:sldChg>
      <pc:sldChg chg="addSp delSp modSp mod modTransition delAnim modAnim">
        <pc:chgData name="Olesia Uhrynovych" userId="25f6040e-db4e-4f69-b278-8c5b53bbe525" providerId="ADAL" clId="{2A366E5C-31C0-4C3B-88F4-EC675AAC9D76}" dt="2024-12-16T09:35:10.667" v="76"/>
        <pc:sldMkLst>
          <pc:docMk/>
          <pc:sldMk cId="2581163582" sldId="40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752978931" sldId="415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30:46.942" v="62"/>
        <pc:sldMkLst>
          <pc:docMk/>
          <pc:sldMk cId="1009908875" sldId="419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32:44.836" v="65"/>
        <pc:sldMkLst>
          <pc:docMk/>
          <pc:sldMk cId="3033474914" sldId="42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33984545" sldId="42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746928226" sldId="42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521078298" sldId="43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837825574" sldId="43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4215966388" sldId="439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329584670" sldId="443"/>
        </pc:sldMkLst>
        <pc:spChg chg="mod">
          <ac:chgData name="Olesia Uhrynovych" userId="25f6040e-db4e-4f69-b278-8c5b53bbe525" providerId="ADAL" clId="{2A366E5C-31C0-4C3B-88F4-EC675AAC9D76}" dt="2024-12-12T14:42:14.323" v="0" actId="14100"/>
          <ac:spMkLst>
            <pc:docMk/>
            <pc:sldMk cId="2329584670" sldId="443"/>
            <ac:spMk id="6" creationId="{7006131E-FB56-425D-89D8-786378BA6FAA}"/>
          </ac:spMkLst>
        </pc:spChg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48107220" sldId="445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29552180" sldId="44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082469529" sldId="447"/>
        </pc:sldMkLst>
      </pc:sldChg>
      <pc:sldChg chg="addSp modSp mod modTransition modAnim">
        <pc:chgData name="Olesia Uhrynovych" userId="25f6040e-db4e-4f69-b278-8c5b53bbe525" providerId="ADAL" clId="{2A366E5C-31C0-4C3B-88F4-EC675AAC9D76}" dt="2024-12-16T10:13:52.109" v="171"/>
        <pc:sldMkLst>
          <pc:docMk/>
          <pc:sldMk cId="1322743235" sldId="448"/>
        </pc:sldMkLst>
      </pc:sldChg>
      <pc:sldChg chg="addSp delSp modSp mod modTransition addAnim delAnim modAnim">
        <pc:chgData name="Olesia Uhrynovych" userId="25f6040e-db4e-4f69-b278-8c5b53bbe525" providerId="ADAL" clId="{2A366E5C-31C0-4C3B-88F4-EC675AAC9D76}" dt="2024-12-16T09:44:38.982" v="110"/>
        <pc:sldMkLst>
          <pc:docMk/>
          <pc:sldMk cId="4132324653" sldId="449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994461870" sldId="450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49903136" sldId="451"/>
        </pc:sldMkLst>
      </pc:sldChg>
      <pc:sldChg chg="addSp delSp modSp mod modTransition delAnim modAnim">
        <pc:chgData name="Olesia Uhrynovych" userId="25f6040e-db4e-4f69-b278-8c5b53bbe525" providerId="ADAL" clId="{2A366E5C-31C0-4C3B-88F4-EC675AAC9D76}" dt="2024-12-16T10:15:41.250" v="184" actId="1076"/>
        <pc:sldMkLst>
          <pc:docMk/>
          <pc:sldMk cId="2888051416" sldId="452"/>
        </pc:sldMkLst>
        <pc:picChg chg="add mod">
          <ac:chgData name="Olesia Uhrynovych" userId="25f6040e-db4e-4f69-b278-8c5b53bbe525" providerId="ADAL" clId="{2A366E5C-31C0-4C3B-88F4-EC675AAC9D76}" dt="2024-12-16T10:15:41.250" v="184" actId="1076"/>
          <ac:picMkLst>
            <pc:docMk/>
            <pc:sldMk cId="2888051416" sldId="452"/>
            <ac:picMk id="7" creationId="{6D1C487B-1159-E509-0CC1-F209B3637F81}"/>
          </ac:picMkLst>
        </pc:picChg>
        <pc:picChg chg="add mod">
          <ac:chgData name="Olesia Uhrynovych" userId="25f6040e-db4e-4f69-b278-8c5b53bbe525" providerId="ADAL" clId="{2A366E5C-31C0-4C3B-88F4-EC675AAC9D76}" dt="2024-12-16T10:15:41.250" v="184" actId="1076"/>
          <ac:picMkLst>
            <pc:docMk/>
            <pc:sldMk cId="2888051416" sldId="452"/>
            <ac:picMk id="8" creationId="{68173386-3EBA-253E-086E-41EFFF3E5C1B}"/>
          </ac:picMkLst>
        </pc:picChg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63954483" sldId="45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09745367" sldId="454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58178867" sldId="455"/>
        </pc:sldMkLst>
        <pc:spChg chg="mod">
          <ac:chgData name="Olesia Uhrynovych" userId="25f6040e-db4e-4f69-b278-8c5b53bbe525" providerId="ADAL" clId="{2A366E5C-31C0-4C3B-88F4-EC675AAC9D76}" dt="2024-12-12T14:51:08.230" v="24" actId="12"/>
          <ac:spMkLst>
            <pc:docMk/>
            <pc:sldMk cId="58178867" sldId="455"/>
            <ac:spMk id="4" creationId="{06482522-39F4-B39D-917E-9DD208269C12}"/>
          </ac:spMkLst>
        </pc:spChg>
        <pc:spChg chg="mod">
          <ac:chgData name="Olesia Uhrynovych" userId="25f6040e-db4e-4f69-b278-8c5b53bbe525" providerId="ADAL" clId="{2A366E5C-31C0-4C3B-88F4-EC675AAC9D76}" dt="2024-12-12T14:51:13.510" v="25" actId="1076"/>
          <ac:spMkLst>
            <pc:docMk/>
            <pc:sldMk cId="58178867" sldId="455"/>
            <ac:spMk id="17" creationId="{5219EB27-24C3-EFC3-9F13-702FD844DDE1}"/>
          </ac:spMkLst>
        </pc:spChg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765993274" sldId="45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0330257" sldId="457"/>
        </pc:sldMkLst>
      </pc:sldChg>
      <pc:sldChg chg="modSp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2420150187" sldId="458"/>
        </pc:sldMkLst>
        <pc:spChg chg="mod">
          <ac:chgData name="Olesia Uhrynovych" userId="25f6040e-db4e-4f69-b278-8c5b53bbe525" providerId="ADAL" clId="{2A366E5C-31C0-4C3B-88F4-EC675AAC9D76}" dt="2024-12-12T14:51:59.394" v="26" actId="208"/>
          <ac:spMkLst>
            <pc:docMk/>
            <pc:sldMk cId="2420150187" sldId="458"/>
            <ac:spMk id="9" creationId="{32B3D36C-3036-102C-CD84-218EFFE49D25}"/>
          </ac:spMkLst>
        </pc:spChg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47136736" sldId="459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788681174" sldId="460"/>
        </pc:sldMkLst>
      </pc:sldChg>
      <pc:sldChg chg="addSp modSp mod modTransition modAnim">
        <pc:chgData name="Olesia Uhrynovych" userId="25f6040e-db4e-4f69-b278-8c5b53bbe525" providerId="ADAL" clId="{2A366E5C-31C0-4C3B-88F4-EC675AAC9D76}" dt="2024-12-16T09:22:19.271" v="32"/>
        <pc:sldMkLst>
          <pc:docMk/>
          <pc:sldMk cId="4169556365" sldId="461"/>
        </pc:sldMkLst>
        <pc:cxnChg chg="add mod">
          <ac:chgData name="Olesia Uhrynovych" userId="25f6040e-db4e-4f69-b278-8c5b53bbe525" providerId="ADAL" clId="{2A366E5C-31C0-4C3B-88F4-EC675AAC9D76}" dt="2024-12-12T14:52:32.999" v="28" actId="1076"/>
          <ac:cxnSpMkLst>
            <pc:docMk/>
            <pc:sldMk cId="4169556365" sldId="461"/>
            <ac:cxnSpMk id="7" creationId="{231A4A16-43CF-80EF-BFBF-77C53679F5DA}"/>
          </ac:cxnSpMkLst>
        </pc:cxnChg>
        <pc:cxnChg chg="add mod">
          <ac:chgData name="Olesia Uhrynovych" userId="25f6040e-db4e-4f69-b278-8c5b53bbe525" providerId="ADAL" clId="{2A366E5C-31C0-4C3B-88F4-EC675AAC9D76}" dt="2024-12-12T14:52:32.999" v="28" actId="1076"/>
          <ac:cxnSpMkLst>
            <pc:docMk/>
            <pc:sldMk cId="4169556365" sldId="461"/>
            <ac:cxnSpMk id="8" creationId="{B0CBBF4C-4201-ED17-2E56-70D3F05EF0FC}"/>
          </ac:cxnSpMkLst>
        </pc:cxnChg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031486820" sldId="462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133488612" sldId="463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2343708112" sldId="464"/>
        </pc:sldMkLst>
      </pc:sldChg>
      <pc:sldChg chg="addSp delSp modSp mod modTransition modAnim">
        <pc:chgData name="Olesia Uhrynovych" userId="25f6040e-db4e-4f69-b278-8c5b53bbe525" providerId="ADAL" clId="{2A366E5C-31C0-4C3B-88F4-EC675AAC9D76}" dt="2024-12-16T09:50:08.149" v="137"/>
        <pc:sldMkLst>
          <pc:docMk/>
          <pc:sldMk cId="3379264577" sldId="465"/>
        </pc:sldMkLst>
      </pc:sldChg>
      <pc:sldChg chg="modTransition modAnim">
        <pc:chgData name="Olesia Uhrynovych" userId="25f6040e-db4e-4f69-b278-8c5b53bbe525" providerId="ADAL" clId="{2A366E5C-31C0-4C3B-88F4-EC675AAC9D76}" dt="2024-12-16T09:56:07.264" v="164"/>
        <pc:sldMkLst>
          <pc:docMk/>
          <pc:sldMk cId="379119414" sldId="466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3530720515" sldId="467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1281674115" sldId="468"/>
        </pc:sldMkLst>
      </pc:sldChg>
      <pc:sldChg chg="modTransition">
        <pc:chgData name="Olesia Uhrynovych" userId="25f6040e-db4e-4f69-b278-8c5b53bbe525" providerId="ADAL" clId="{2A366E5C-31C0-4C3B-88F4-EC675AAC9D76}" dt="2024-12-16T09:22:19.271" v="32"/>
        <pc:sldMkLst>
          <pc:docMk/>
          <pc:sldMk cId="60225377" sldId="469"/>
        </pc:sldMkLst>
      </pc:sldChg>
      <pc:sldChg chg="addSp delSp modSp new mod modTransition">
        <pc:chgData name="Olesia Uhrynovych" userId="25f6040e-db4e-4f69-b278-8c5b53bbe525" providerId="ADAL" clId="{2A366E5C-31C0-4C3B-88F4-EC675AAC9D76}" dt="2024-12-16T09:22:19.271" v="32"/>
        <pc:sldMkLst>
          <pc:docMk/>
          <pc:sldMk cId="4277175142" sldId="470"/>
        </pc:sldMkLst>
      </pc:sldChg>
      <pc:sldChg chg="addSp delSp modSp new mod modTransition modAnim">
        <pc:chgData name="Olesia Uhrynovych" userId="25f6040e-db4e-4f69-b278-8c5b53bbe525" providerId="ADAL" clId="{2A366E5C-31C0-4C3B-88F4-EC675AAC9D76}" dt="2024-12-16T09:33:57.551" v="68"/>
        <pc:sldMkLst>
          <pc:docMk/>
          <pc:sldMk cId="1655073916" sldId="471"/>
        </pc:sldMkLst>
      </pc:sldChg>
      <pc:sldMasterChg chg="modTransition modSldLayout">
        <pc:chgData name="Olesia Uhrynovych" userId="25f6040e-db4e-4f69-b278-8c5b53bbe525" providerId="ADAL" clId="{2A366E5C-31C0-4C3B-88F4-EC675AAC9D76}" dt="2024-12-16T09:22:19.271" v="32"/>
        <pc:sldMasterMkLst>
          <pc:docMk/>
          <pc:sldMasterMk cId="1187655735" sldId="2147483736"/>
        </pc:sldMasterMkLst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781772459" sldId="2147483737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365875010" sldId="214748373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774000497" sldId="2147483739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580911020" sldId="2147483740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490396313" sldId="2147483741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23624078" sldId="2147483742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2403302779" sldId="2147483743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4206880443" sldId="2147483744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173291707" sldId="2147483745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240299844" sldId="2147483746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061197603" sldId="2147483747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640067808" sldId="214748374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1120298721" sldId="2147483750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4289943147" sldId="2147483751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344953325" sldId="2147483768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546860342" sldId="2147483769"/>
          </pc:sldLayoutMkLst>
        </pc:sldLayoutChg>
        <pc:sldLayoutChg chg="modTransition">
          <pc:chgData name="Olesia Uhrynovych" userId="25f6040e-db4e-4f69-b278-8c5b53bbe525" providerId="ADAL" clId="{2A366E5C-31C0-4C3B-88F4-EC675AAC9D76}" dt="2024-12-16T09:22:19.271" v="32"/>
          <pc:sldLayoutMkLst>
            <pc:docMk/>
            <pc:sldMasterMk cId="1187655735" sldId="2147483736"/>
            <pc:sldLayoutMk cId="3392457623" sldId="2147483771"/>
          </pc:sldLayoutMkLst>
        </pc:sldLayoutChg>
      </pc:sldMasterChg>
    </pc:docChg>
  </pc:docChgLst>
  <pc:docChgLst>
    <pc:chgData name="Oleh Sapiha" userId="428cacb2-53de-4d16-9660-3abdc20ad1c8" providerId="ADAL" clId="{152A3153-0D38-45FC-90F7-615C379851EC}"/>
    <pc:docChg chg="undo custSel addSld delSld modSld sldOrd">
      <pc:chgData name="Oleh Sapiha" userId="428cacb2-53de-4d16-9660-3abdc20ad1c8" providerId="ADAL" clId="{152A3153-0D38-45FC-90F7-615C379851EC}" dt="2025-02-17T19:06:39.649" v="4531" actId="13926"/>
      <pc:docMkLst>
        <pc:docMk/>
      </pc:docMkLst>
      <pc:sldChg chg="del">
        <pc:chgData name="Oleh Sapiha" userId="428cacb2-53de-4d16-9660-3abdc20ad1c8" providerId="ADAL" clId="{152A3153-0D38-45FC-90F7-615C379851EC}" dt="2025-02-15T07:30:57.755" v="12" actId="47"/>
        <pc:sldMkLst>
          <pc:docMk/>
          <pc:sldMk cId="3565124972" sldId="370"/>
        </pc:sldMkLst>
      </pc:sldChg>
      <pc:sldChg chg="del">
        <pc:chgData name="Oleh Sapiha" userId="428cacb2-53de-4d16-9660-3abdc20ad1c8" providerId="ADAL" clId="{152A3153-0D38-45FC-90F7-615C379851EC}" dt="2025-02-15T07:30:54.049" v="0" actId="47"/>
        <pc:sldMkLst>
          <pc:docMk/>
          <pc:sldMk cId="2292503041" sldId="385"/>
        </pc:sldMkLst>
      </pc:sldChg>
      <pc:sldChg chg="del">
        <pc:chgData name="Oleh Sapiha" userId="428cacb2-53de-4d16-9660-3abdc20ad1c8" providerId="ADAL" clId="{152A3153-0D38-45FC-90F7-615C379851EC}" dt="2025-02-15T07:30:55.310" v="2" actId="47"/>
        <pc:sldMkLst>
          <pc:docMk/>
          <pc:sldMk cId="343798364" sldId="386"/>
        </pc:sldMkLst>
      </pc:sldChg>
      <pc:sldChg chg="del">
        <pc:chgData name="Oleh Sapiha" userId="428cacb2-53de-4d16-9660-3abdc20ad1c8" providerId="ADAL" clId="{152A3153-0D38-45FC-90F7-615C379851EC}" dt="2025-02-15T07:30:55.536" v="3" actId="47"/>
        <pc:sldMkLst>
          <pc:docMk/>
          <pc:sldMk cId="1258932244" sldId="387"/>
        </pc:sldMkLst>
      </pc:sldChg>
      <pc:sldChg chg="del">
        <pc:chgData name="Oleh Sapiha" userId="428cacb2-53de-4d16-9660-3abdc20ad1c8" providerId="ADAL" clId="{152A3153-0D38-45FC-90F7-615C379851EC}" dt="2025-02-15T07:30:55.720" v="4" actId="47"/>
        <pc:sldMkLst>
          <pc:docMk/>
          <pc:sldMk cId="719138458" sldId="388"/>
        </pc:sldMkLst>
      </pc:sldChg>
      <pc:sldChg chg="del">
        <pc:chgData name="Oleh Sapiha" userId="428cacb2-53de-4d16-9660-3abdc20ad1c8" providerId="ADAL" clId="{152A3153-0D38-45FC-90F7-615C379851EC}" dt="2025-02-15T07:30:55.892" v="5" actId="47"/>
        <pc:sldMkLst>
          <pc:docMk/>
          <pc:sldMk cId="2105040390" sldId="389"/>
        </pc:sldMkLst>
      </pc:sldChg>
      <pc:sldChg chg="del">
        <pc:chgData name="Oleh Sapiha" userId="428cacb2-53de-4d16-9660-3abdc20ad1c8" providerId="ADAL" clId="{152A3153-0D38-45FC-90F7-615C379851EC}" dt="2025-02-15T07:30:59.534" v="19" actId="47"/>
        <pc:sldMkLst>
          <pc:docMk/>
          <pc:sldMk cId="2581163582" sldId="408"/>
        </pc:sldMkLst>
      </pc:sldChg>
      <pc:sldChg chg="del">
        <pc:chgData name="Oleh Sapiha" userId="428cacb2-53de-4d16-9660-3abdc20ad1c8" providerId="ADAL" clId="{152A3153-0D38-45FC-90F7-615C379851EC}" dt="2025-02-15T07:30:57.615" v="11" actId="47"/>
        <pc:sldMkLst>
          <pc:docMk/>
          <pc:sldMk cId="752978931" sldId="415"/>
        </pc:sldMkLst>
      </pc:sldChg>
      <pc:sldChg chg="del">
        <pc:chgData name="Oleh Sapiha" userId="428cacb2-53de-4d16-9660-3abdc20ad1c8" providerId="ADAL" clId="{152A3153-0D38-45FC-90F7-615C379851EC}" dt="2025-02-15T07:30:59.087" v="16" actId="47"/>
        <pc:sldMkLst>
          <pc:docMk/>
          <pc:sldMk cId="1009908875" sldId="419"/>
        </pc:sldMkLst>
      </pc:sldChg>
      <pc:sldChg chg="del">
        <pc:chgData name="Oleh Sapiha" userId="428cacb2-53de-4d16-9660-3abdc20ad1c8" providerId="ADAL" clId="{152A3153-0D38-45FC-90F7-615C379851EC}" dt="2025-02-15T07:30:59.233" v="17" actId="47"/>
        <pc:sldMkLst>
          <pc:docMk/>
          <pc:sldMk cId="3033474914" sldId="420"/>
        </pc:sldMkLst>
      </pc:sldChg>
      <pc:sldChg chg="del">
        <pc:chgData name="Oleh Sapiha" userId="428cacb2-53de-4d16-9660-3abdc20ad1c8" providerId="ADAL" clId="{152A3153-0D38-45FC-90F7-615C379851EC}" dt="2025-02-15T07:30:58.417" v="14" actId="47"/>
        <pc:sldMkLst>
          <pc:docMk/>
          <pc:sldMk cId="3533984545" sldId="422"/>
        </pc:sldMkLst>
      </pc:sldChg>
      <pc:sldChg chg="del">
        <pc:chgData name="Oleh Sapiha" userId="428cacb2-53de-4d16-9660-3abdc20ad1c8" providerId="ADAL" clId="{152A3153-0D38-45FC-90F7-615C379851EC}" dt="2025-02-15T07:30:57.934" v="13" actId="47"/>
        <pc:sldMkLst>
          <pc:docMk/>
          <pc:sldMk cId="1746928226" sldId="425"/>
        </pc:sldMkLst>
      </pc:sldChg>
      <pc:sldChg chg="del">
        <pc:chgData name="Oleh Sapiha" userId="428cacb2-53de-4d16-9660-3abdc20ad1c8" providerId="ADAL" clId="{152A3153-0D38-45FC-90F7-615C379851EC}" dt="2025-02-15T07:30:58.585" v="15" actId="47"/>
        <pc:sldMkLst>
          <pc:docMk/>
          <pc:sldMk cId="2521078298" sldId="435"/>
        </pc:sldMkLst>
      </pc:sldChg>
      <pc:sldChg chg="del">
        <pc:chgData name="Oleh Sapiha" userId="428cacb2-53de-4d16-9660-3abdc20ad1c8" providerId="ADAL" clId="{152A3153-0D38-45FC-90F7-615C379851EC}" dt="2025-02-15T07:30:56.946" v="9" actId="47"/>
        <pc:sldMkLst>
          <pc:docMk/>
          <pc:sldMk cId="2837825574" sldId="438"/>
        </pc:sldMkLst>
      </pc:sldChg>
      <pc:sldChg chg="del">
        <pc:chgData name="Oleh Sapiha" userId="428cacb2-53de-4d16-9660-3abdc20ad1c8" providerId="ADAL" clId="{152A3153-0D38-45FC-90F7-615C379851EC}" dt="2025-02-15T07:30:56.419" v="6" actId="47"/>
        <pc:sldMkLst>
          <pc:docMk/>
          <pc:sldMk cId="4215966388" sldId="439"/>
        </pc:sldMkLst>
      </pc:sldChg>
      <pc:sldChg chg="modSp mod">
        <pc:chgData name="Oleh Sapiha" userId="428cacb2-53de-4d16-9660-3abdc20ad1c8" providerId="ADAL" clId="{152A3153-0D38-45FC-90F7-615C379851EC}" dt="2025-02-15T07:34:21.501" v="127" actId="20577"/>
        <pc:sldMkLst>
          <pc:docMk/>
          <pc:sldMk cId="2329584670" sldId="443"/>
        </pc:sldMkLst>
        <pc:spChg chg="mod">
          <ac:chgData name="Oleh Sapiha" userId="428cacb2-53de-4d16-9660-3abdc20ad1c8" providerId="ADAL" clId="{152A3153-0D38-45FC-90F7-615C379851EC}" dt="2025-02-15T07:34:21.501" v="127" actId="20577"/>
          <ac:spMkLst>
            <pc:docMk/>
            <pc:sldMk cId="2329584670" sldId="443"/>
            <ac:spMk id="6" creationId="{7006131E-FB56-425D-89D8-786378BA6FAA}"/>
          </ac:spMkLst>
        </pc:spChg>
      </pc:sldChg>
      <pc:sldChg chg="del">
        <pc:chgData name="Oleh Sapiha" userId="428cacb2-53de-4d16-9660-3abdc20ad1c8" providerId="ADAL" clId="{152A3153-0D38-45FC-90F7-615C379851EC}" dt="2025-02-15T07:30:56.749" v="8" actId="47"/>
        <pc:sldMkLst>
          <pc:docMk/>
          <pc:sldMk cId="2748107220" sldId="445"/>
        </pc:sldMkLst>
      </pc:sldChg>
      <pc:sldChg chg="del">
        <pc:chgData name="Oleh Sapiha" userId="428cacb2-53de-4d16-9660-3abdc20ad1c8" providerId="ADAL" clId="{152A3153-0D38-45FC-90F7-615C379851EC}" dt="2025-02-15T07:30:57.079" v="10" actId="47"/>
        <pc:sldMkLst>
          <pc:docMk/>
          <pc:sldMk cId="329552180" sldId="446"/>
        </pc:sldMkLst>
      </pc:sldChg>
      <pc:sldChg chg="del">
        <pc:chgData name="Oleh Sapiha" userId="428cacb2-53de-4d16-9660-3abdc20ad1c8" providerId="ADAL" clId="{152A3153-0D38-45FC-90F7-615C379851EC}" dt="2025-02-15T07:30:54.856" v="1" actId="47"/>
        <pc:sldMkLst>
          <pc:docMk/>
          <pc:sldMk cId="2082469529" sldId="447"/>
        </pc:sldMkLst>
      </pc:sldChg>
      <pc:sldChg chg="del">
        <pc:chgData name="Oleh Sapiha" userId="428cacb2-53de-4d16-9660-3abdc20ad1c8" providerId="ADAL" clId="{152A3153-0D38-45FC-90F7-615C379851EC}" dt="2025-02-15T07:30:59.623" v="20" actId="47"/>
        <pc:sldMkLst>
          <pc:docMk/>
          <pc:sldMk cId="1322743235" sldId="448"/>
        </pc:sldMkLst>
      </pc:sldChg>
      <pc:sldChg chg="del ord">
        <pc:chgData name="Oleh Sapiha" userId="428cacb2-53de-4d16-9660-3abdc20ad1c8" providerId="ADAL" clId="{152A3153-0D38-45FC-90F7-615C379851EC}" dt="2025-02-16T17:41:12.516" v="4319" actId="47"/>
        <pc:sldMkLst>
          <pc:docMk/>
          <pc:sldMk cId="4132324653" sldId="449"/>
        </pc:sldMkLst>
      </pc:sldChg>
      <pc:sldChg chg="addSp modSp mod">
        <pc:chgData name="Oleh Sapiha" userId="428cacb2-53de-4d16-9660-3abdc20ad1c8" providerId="ADAL" clId="{152A3153-0D38-45FC-90F7-615C379851EC}" dt="2025-02-15T08:43:46.297" v="1184" actId="1076"/>
        <pc:sldMkLst>
          <pc:docMk/>
          <pc:sldMk cId="1994461870" sldId="450"/>
        </pc:sldMkLst>
        <pc:spChg chg="mod">
          <ac:chgData name="Oleh Sapiha" userId="428cacb2-53de-4d16-9660-3abdc20ad1c8" providerId="ADAL" clId="{152A3153-0D38-45FC-90F7-615C379851EC}" dt="2025-02-15T07:58:45.841" v="363" actId="20577"/>
          <ac:spMkLst>
            <pc:docMk/>
            <pc:sldMk cId="1994461870" sldId="450"/>
            <ac:spMk id="2" creationId="{57A4440A-4958-A0E1-610D-85DDC5626BC9}"/>
          </ac:spMkLst>
        </pc:spChg>
        <pc:spChg chg="add mod">
          <ac:chgData name="Oleh Sapiha" userId="428cacb2-53de-4d16-9660-3abdc20ad1c8" providerId="ADAL" clId="{152A3153-0D38-45FC-90F7-615C379851EC}" dt="2025-02-15T08:43:20.506" v="1179" actId="1076"/>
          <ac:spMkLst>
            <pc:docMk/>
            <pc:sldMk cId="1994461870" sldId="450"/>
            <ac:spMk id="7" creationId="{B0AAB817-CAB4-8EA3-78FA-5D6C79D6DEE6}"/>
          </ac:spMkLst>
        </pc:spChg>
        <pc:spChg chg="add mod">
          <ac:chgData name="Oleh Sapiha" userId="428cacb2-53de-4d16-9660-3abdc20ad1c8" providerId="ADAL" clId="{152A3153-0D38-45FC-90F7-615C379851EC}" dt="2025-02-15T08:43:46.297" v="1184" actId="1076"/>
          <ac:spMkLst>
            <pc:docMk/>
            <pc:sldMk cId="1994461870" sldId="450"/>
            <ac:spMk id="8" creationId="{A34451E1-DC0F-75C1-73AE-29F1B75D7279}"/>
          </ac:spMkLst>
        </pc:spChg>
        <pc:spChg chg="add mod">
          <ac:chgData name="Oleh Sapiha" userId="428cacb2-53de-4d16-9660-3abdc20ad1c8" providerId="ADAL" clId="{152A3153-0D38-45FC-90F7-615C379851EC}" dt="2025-02-15T08:40:48.217" v="934" actId="20577"/>
          <ac:spMkLst>
            <pc:docMk/>
            <pc:sldMk cId="1994461870" sldId="450"/>
            <ac:spMk id="13" creationId="{9AC90DB2-DEC9-5F3B-2894-79771F3CDD85}"/>
          </ac:spMkLst>
        </pc:spChg>
        <pc:picChg chg="mod">
          <ac:chgData name="Oleh Sapiha" userId="428cacb2-53de-4d16-9660-3abdc20ad1c8" providerId="ADAL" clId="{152A3153-0D38-45FC-90F7-615C379851EC}" dt="2025-02-15T08:43:03.619" v="1174" actId="1076"/>
          <ac:picMkLst>
            <pc:docMk/>
            <pc:sldMk cId="1994461870" sldId="450"/>
            <ac:picMk id="4" creationId="{46689A15-4A6F-C450-80BC-991A4E71F5EA}"/>
          </ac:picMkLst>
        </pc:picChg>
        <pc:picChg chg="mod modCrop">
          <ac:chgData name="Oleh Sapiha" userId="428cacb2-53de-4d16-9660-3abdc20ad1c8" providerId="ADAL" clId="{152A3153-0D38-45FC-90F7-615C379851EC}" dt="2025-02-15T08:43:05.910" v="1175" actId="1076"/>
          <ac:picMkLst>
            <pc:docMk/>
            <pc:sldMk cId="1994461870" sldId="450"/>
            <ac:picMk id="5" creationId="{F57967DA-665B-5045-ACB1-7B51C604894A}"/>
          </ac:picMkLst>
        </pc:picChg>
        <pc:picChg chg="add mod">
          <ac:chgData name="Oleh Sapiha" userId="428cacb2-53de-4d16-9660-3abdc20ad1c8" providerId="ADAL" clId="{152A3153-0D38-45FC-90F7-615C379851EC}" dt="2025-02-15T08:43:08.425" v="1176" actId="1076"/>
          <ac:picMkLst>
            <pc:docMk/>
            <pc:sldMk cId="1994461870" sldId="450"/>
            <ac:picMk id="6" creationId="{63374513-07A1-525C-0B62-B2D598182A0E}"/>
          </ac:picMkLst>
        </pc:picChg>
        <pc:cxnChg chg="add mod">
          <ac:chgData name="Oleh Sapiha" userId="428cacb2-53de-4d16-9660-3abdc20ad1c8" providerId="ADAL" clId="{152A3153-0D38-45FC-90F7-615C379851EC}" dt="2025-02-15T08:43:36.842" v="1183" actId="14100"/>
          <ac:cxnSpMkLst>
            <pc:docMk/>
            <pc:sldMk cId="1994461870" sldId="450"/>
            <ac:cxnSpMk id="10" creationId="{CA45C53D-EAA7-D7C8-2A42-16DBCF97E17B}"/>
          </ac:cxnSpMkLst>
        </pc:cxnChg>
      </pc:sldChg>
      <pc:sldChg chg="addSp delSp modSp mod">
        <pc:chgData name="Oleh Sapiha" userId="428cacb2-53de-4d16-9660-3abdc20ad1c8" providerId="ADAL" clId="{152A3153-0D38-45FC-90F7-615C379851EC}" dt="2025-02-15T08:48:06.905" v="1349" actId="478"/>
        <pc:sldMkLst>
          <pc:docMk/>
          <pc:sldMk cId="3549903136" sldId="451"/>
        </pc:sldMkLst>
        <pc:spChg chg="add mod">
          <ac:chgData name="Oleh Sapiha" userId="428cacb2-53de-4d16-9660-3abdc20ad1c8" providerId="ADAL" clId="{152A3153-0D38-45FC-90F7-615C379851EC}" dt="2025-02-15T08:47:14.313" v="1334" actId="20577"/>
          <ac:spMkLst>
            <pc:docMk/>
            <pc:sldMk cId="3549903136" sldId="451"/>
            <ac:spMk id="3" creationId="{8366D65F-85A9-1BAA-9690-D48130E54D83}"/>
          </ac:spMkLst>
        </pc:spChg>
        <pc:picChg chg="mod">
          <ac:chgData name="Oleh Sapiha" userId="428cacb2-53de-4d16-9660-3abdc20ad1c8" providerId="ADAL" clId="{152A3153-0D38-45FC-90F7-615C379851EC}" dt="2025-02-15T08:47:56.205" v="1348" actId="14100"/>
          <ac:picMkLst>
            <pc:docMk/>
            <pc:sldMk cId="3549903136" sldId="451"/>
            <ac:picMk id="4" creationId="{6484D33F-3978-79A2-35D9-9BF21EA1ACFC}"/>
          </ac:picMkLst>
        </pc:picChg>
        <pc:picChg chg="mod">
          <ac:chgData name="Oleh Sapiha" userId="428cacb2-53de-4d16-9660-3abdc20ad1c8" providerId="ADAL" clId="{152A3153-0D38-45FC-90F7-615C379851EC}" dt="2025-02-15T08:44:13.626" v="1185" actId="1076"/>
          <ac:picMkLst>
            <pc:docMk/>
            <pc:sldMk cId="3549903136" sldId="451"/>
            <ac:picMk id="5" creationId="{0B538164-7702-AC0A-F5CB-335B36CD602C}"/>
          </ac:picMkLst>
        </pc:picChg>
      </pc:sldChg>
      <pc:sldChg chg="addSp delSp modSp mod modAnim">
        <pc:chgData name="Oleh Sapiha" userId="428cacb2-53de-4d16-9660-3abdc20ad1c8" providerId="ADAL" clId="{152A3153-0D38-45FC-90F7-615C379851EC}" dt="2025-02-16T17:51:03.944" v="4328" actId="20577"/>
        <pc:sldMkLst>
          <pc:docMk/>
          <pc:sldMk cId="2888051416" sldId="452"/>
        </pc:sldMkLst>
        <pc:spChg chg="add mod">
          <ac:chgData name="Oleh Sapiha" userId="428cacb2-53de-4d16-9660-3abdc20ad1c8" providerId="ADAL" clId="{152A3153-0D38-45FC-90F7-615C379851EC}" dt="2025-02-16T17:51:03.944" v="4328" actId="20577"/>
          <ac:spMkLst>
            <pc:docMk/>
            <pc:sldMk cId="2888051416" sldId="452"/>
            <ac:spMk id="5" creationId="{2DA513B7-2BAD-C949-4121-9510394F938D}"/>
          </ac:spMkLst>
        </pc:spChg>
        <pc:spChg chg="add mod">
          <ac:chgData name="Oleh Sapiha" userId="428cacb2-53de-4d16-9660-3abdc20ad1c8" providerId="ADAL" clId="{152A3153-0D38-45FC-90F7-615C379851EC}" dt="2025-02-15T09:01:38.462" v="1614" actId="164"/>
          <ac:spMkLst>
            <pc:docMk/>
            <pc:sldMk cId="2888051416" sldId="452"/>
            <ac:spMk id="9" creationId="{C2B33438-F274-35D2-A5B0-FFE6A51BF84D}"/>
          </ac:spMkLst>
        </pc:spChg>
        <pc:spChg chg="add mod">
          <ac:chgData name="Oleh Sapiha" userId="428cacb2-53de-4d16-9660-3abdc20ad1c8" providerId="ADAL" clId="{152A3153-0D38-45FC-90F7-615C379851EC}" dt="2025-02-15T09:01:38.462" v="1614" actId="164"/>
          <ac:spMkLst>
            <pc:docMk/>
            <pc:sldMk cId="2888051416" sldId="452"/>
            <ac:spMk id="10" creationId="{E9403D14-9081-A6AE-7FFE-DFE96189422A}"/>
          </ac:spMkLst>
        </pc:spChg>
        <pc:spChg chg="add mod">
          <ac:chgData name="Oleh Sapiha" userId="428cacb2-53de-4d16-9660-3abdc20ad1c8" providerId="ADAL" clId="{152A3153-0D38-45FC-90F7-615C379851EC}" dt="2025-02-15T09:10:36.876" v="2080" actId="1038"/>
          <ac:spMkLst>
            <pc:docMk/>
            <pc:sldMk cId="2888051416" sldId="452"/>
            <ac:spMk id="17" creationId="{07DA1759-84F7-BF7E-2CD7-631DCDB08879}"/>
          </ac:spMkLst>
        </pc:spChg>
        <pc:grpChg chg="add mod">
          <ac:chgData name="Oleh Sapiha" userId="428cacb2-53de-4d16-9660-3abdc20ad1c8" providerId="ADAL" clId="{152A3153-0D38-45FC-90F7-615C379851EC}" dt="2025-02-15T09:01:59.927" v="1617" actId="164"/>
          <ac:grpSpMkLst>
            <pc:docMk/>
            <pc:sldMk cId="2888051416" sldId="452"/>
            <ac:grpSpMk id="14" creationId="{29D7A0B9-8F4C-8E68-1A19-D17123952BEB}"/>
          </ac:grpSpMkLst>
        </pc:grpChg>
        <pc:grpChg chg="add mod">
          <ac:chgData name="Oleh Sapiha" userId="428cacb2-53de-4d16-9660-3abdc20ad1c8" providerId="ADAL" clId="{152A3153-0D38-45FC-90F7-615C379851EC}" dt="2025-02-15T09:09:31.758" v="2072" actId="1038"/>
          <ac:grpSpMkLst>
            <pc:docMk/>
            <pc:sldMk cId="2888051416" sldId="452"/>
            <ac:grpSpMk id="16" creationId="{7843D6FF-823B-5EA1-2BEF-E102819F1DEE}"/>
          </ac:grpSpMkLst>
        </pc:grpChg>
        <pc:picChg chg="mod">
          <ac:chgData name="Oleh Sapiha" userId="428cacb2-53de-4d16-9660-3abdc20ad1c8" providerId="ADAL" clId="{152A3153-0D38-45FC-90F7-615C379851EC}" dt="2025-02-15T08:49:03.549" v="1511" actId="14100"/>
          <ac:picMkLst>
            <pc:docMk/>
            <pc:sldMk cId="2888051416" sldId="452"/>
            <ac:picMk id="4" creationId="{ABC96BF8-7078-BDB4-5DF0-BDE53F1A7592}"/>
          </ac:picMkLst>
        </pc:picChg>
        <pc:picChg chg="mod modCrop">
          <ac:chgData name="Oleh Sapiha" userId="428cacb2-53de-4d16-9660-3abdc20ad1c8" providerId="ADAL" clId="{152A3153-0D38-45FC-90F7-615C379851EC}" dt="2025-02-15T09:09:46.437" v="2073" actId="732"/>
          <ac:picMkLst>
            <pc:docMk/>
            <pc:sldMk cId="2888051416" sldId="452"/>
            <ac:picMk id="7" creationId="{6D1C487B-1159-E509-0CC1-F209B3637F81}"/>
          </ac:picMkLst>
        </pc:picChg>
        <pc:picChg chg="mod modCrop">
          <ac:chgData name="Oleh Sapiha" userId="428cacb2-53de-4d16-9660-3abdc20ad1c8" providerId="ADAL" clId="{152A3153-0D38-45FC-90F7-615C379851EC}" dt="2025-02-15T09:01:38.462" v="1614" actId="164"/>
          <ac:picMkLst>
            <pc:docMk/>
            <pc:sldMk cId="2888051416" sldId="452"/>
            <ac:picMk id="8" creationId="{68173386-3EBA-253E-086E-41EFFF3E5C1B}"/>
          </ac:picMkLst>
        </pc:picChg>
        <pc:cxnChg chg="add mod">
          <ac:chgData name="Oleh Sapiha" userId="428cacb2-53de-4d16-9660-3abdc20ad1c8" providerId="ADAL" clId="{152A3153-0D38-45FC-90F7-615C379851EC}" dt="2025-02-15T09:01:59.927" v="1617" actId="164"/>
          <ac:cxnSpMkLst>
            <pc:docMk/>
            <pc:sldMk cId="2888051416" sldId="452"/>
            <ac:cxnSpMk id="11" creationId="{DB7F4CE3-0400-1443-9598-8DE15FFF11FE}"/>
          </ac:cxnSpMkLst>
        </pc:cxnChg>
      </pc:sldChg>
      <pc:sldChg chg="addSp delSp modSp mod">
        <pc:chgData name="Oleh Sapiha" userId="428cacb2-53de-4d16-9660-3abdc20ad1c8" providerId="ADAL" clId="{152A3153-0D38-45FC-90F7-615C379851EC}" dt="2025-02-15T18:26:07.880" v="3548" actId="1076"/>
        <pc:sldMkLst>
          <pc:docMk/>
          <pc:sldMk cId="63954483" sldId="453"/>
        </pc:sldMkLst>
        <pc:spChg chg="mod">
          <ac:chgData name="Oleh Sapiha" userId="428cacb2-53de-4d16-9660-3abdc20ad1c8" providerId="ADAL" clId="{152A3153-0D38-45FC-90F7-615C379851EC}" dt="2025-02-15T18:25:38.832" v="3541" actId="108"/>
          <ac:spMkLst>
            <pc:docMk/>
            <pc:sldMk cId="63954483" sldId="453"/>
            <ac:spMk id="4" creationId="{B95023B1-91AE-C338-D8DB-C1FB793FF1E9}"/>
          </ac:spMkLst>
        </pc:spChg>
        <pc:picChg chg="mod">
          <ac:chgData name="Oleh Sapiha" userId="428cacb2-53de-4d16-9660-3abdc20ad1c8" providerId="ADAL" clId="{152A3153-0D38-45FC-90F7-615C379851EC}" dt="2025-02-15T18:26:07.880" v="3548" actId="1076"/>
          <ac:picMkLst>
            <pc:docMk/>
            <pc:sldMk cId="63954483" sldId="453"/>
            <ac:picMk id="5" creationId="{24F96D50-F36B-A30A-7245-956CB569FF39}"/>
          </ac:picMkLst>
        </pc:picChg>
        <pc:picChg chg="mod">
          <ac:chgData name="Oleh Sapiha" userId="428cacb2-53de-4d16-9660-3abdc20ad1c8" providerId="ADAL" clId="{152A3153-0D38-45FC-90F7-615C379851EC}" dt="2025-02-15T18:26:00.688" v="3546" actId="1076"/>
          <ac:picMkLst>
            <pc:docMk/>
            <pc:sldMk cId="63954483" sldId="453"/>
            <ac:picMk id="6" creationId="{10EF88FF-FC00-CCA8-1348-8BA4B60F60D4}"/>
          </ac:picMkLst>
        </pc:picChg>
        <pc:picChg chg="mod modCrop">
          <ac:chgData name="Oleh Sapiha" userId="428cacb2-53de-4d16-9660-3abdc20ad1c8" providerId="ADAL" clId="{152A3153-0D38-45FC-90F7-615C379851EC}" dt="2025-02-15T18:25:15.266" v="3536" actId="1036"/>
          <ac:picMkLst>
            <pc:docMk/>
            <pc:sldMk cId="63954483" sldId="453"/>
            <ac:picMk id="7" creationId="{DC06E379-818E-1F27-2F66-D2743386B673}"/>
          </ac:picMkLst>
        </pc:picChg>
        <pc:picChg chg="add del mod">
          <ac:chgData name="Oleh Sapiha" userId="428cacb2-53de-4d16-9660-3abdc20ad1c8" providerId="ADAL" clId="{152A3153-0D38-45FC-90F7-615C379851EC}" dt="2025-02-15T18:26:03.892" v="3547" actId="1076"/>
          <ac:picMkLst>
            <pc:docMk/>
            <pc:sldMk cId="63954483" sldId="453"/>
            <ac:picMk id="8" creationId="{190FA494-338F-F098-5CE5-F73530C884EC}"/>
          </ac:picMkLst>
        </pc:picChg>
      </pc:sldChg>
      <pc:sldChg chg="modSp mod">
        <pc:chgData name="Oleh Sapiha" userId="428cacb2-53de-4d16-9660-3abdc20ad1c8" providerId="ADAL" clId="{152A3153-0D38-45FC-90F7-615C379851EC}" dt="2025-02-15T18:48:31.973" v="3816" actId="6549"/>
        <pc:sldMkLst>
          <pc:docMk/>
          <pc:sldMk cId="2709745367" sldId="454"/>
        </pc:sldMkLst>
        <pc:spChg chg="mod">
          <ac:chgData name="Oleh Sapiha" userId="428cacb2-53de-4d16-9660-3abdc20ad1c8" providerId="ADAL" clId="{152A3153-0D38-45FC-90F7-615C379851EC}" dt="2025-02-15T18:46:06.867" v="3708" actId="20577"/>
          <ac:spMkLst>
            <pc:docMk/>
            <pc:sldMk cId="2709745367" sldId="454"/>
            <ac:spMk id="2" creationId="{A454CDB8-6C28-831D-1942-36EE1733EB15}"/>
          </ac:spMkLst>
        </pc:spChg>
        <pc:spChg chg="mod">
          <ac:chgData name="Oleh Sapiha" userId="428cacb2-53de-4d16-9660-3abdc20ad1c8" providerId="ADAL" clId="{152A3153-0D38-45FC-90F7-615C379851EC}" dt="2025-02-15T18:48:31.973" v="3816" actId="6549"/>
          <ac:spMkLst>
            <pc:docMk/>
            <pc:sldMk cId="2709745367" sldId="454"/>
            <ac:spMk id="9" creationId="{5464FE6D-93A6-2EE0-6D2B-28F0093BF5A7}"/>
          </ac:spMkLst>
        </pc:spChg>
        <pc:spChg chg="mod">
          <ac:chgData name="Oleh Sapiha" userId="428cacb2-53de-4d16-9660-3abdc20ad1c8" providerId="ADAL" clId="{152A3153-0D38-45FC-90F7-615C379851EC}" dt="2025-02-15T18:47:28.575" v="3770" actId="1076"/>
          <ac:spMkLst>
            <pc:docMk/>
            <pc:sldMk cId="2709745367" sldId="454"/>
            <ac:spMk id="13" creationId="{7C997AB2-415F-F81C-529F-F851577C46AD}"/>
          </ac:spMkLst>
        </pc:spChg>
        <pc:picChg chg="mod">
          <ac:chgData name="Oleh Sapiha" userId="428cacb2-53de-4d16-9660-3abdc20ad1c8" providerId="ADAL" clId="{152A3153-0D38-45FC-90F7-615C379851EC}" dt="2025-02-15T18:47:32.273" v="3772" actId="1076"/>
          <ac:picMkLst>
            <pc:docMk/>
            <pc:sldMk cId="2709745367" sldId="454"/>
            <ac:picMk id="10" creationId="{11394672-832F-FE6A-8912-A0E4C65CD8D7}"/>
          </ac:picMkLst>
        </pc:picChg>
        <pc:picChg chg="mod">
          <ac:chgData name="Oleh Sapiha" userId="428cacb2-53de-4d16-9660-3abdc20ad1c8" providerId="ADAL" clId="{152A3153-0D38-45FC-90F7-615C379851EC}" dt="2025-02-15T18:47:33.615" v="3773" actId="1076"/>
          <ac:picMkLst>
            <pc:docMk/>
            <pc:sldMk cId="2709745367" sldId="454"/>
            <ac:picMk id="11" creationId="{E3DBBC64-B1EE-0559-9F82-C297A4776702}"/>
          </ac:picMkLst>
        </pc:picChg>
        <pc:picChg chg="mod">
          <ac:chgData name="Oleh Sapiha" userId="428cacb2-53de-4d16-9660-3abdc20ad1c8" providerId="ADAL" clId="{152A3153-0D38-45FC-90F7-615C379851EC}" dt="2025-02-15T18:47:23.891" v="3769" actId="1076"/>
          <ac:picMkLst>
            <pc:docMk/>
            <pc:sldMk cId="2709745367" sldId="454"/>
            <ac:picMk id="12" creationId="{2BE0F7B4-C83C-7628-E5BF-7ECB3F5BFAF0}"/>
          </ac:picMkLst>
        </pc:picChg>
      </pc:sldChg>
      <pc:sldChg chg="addSp delSp modSp mod ord">
        <pc:chgData name="Oleh Sapiha" userId="428cacb2-53de-4d16-9660-3abdc20ad1c8" providerId="ADAL" clId="{152A3153-0D38-45FC-90F7-615C379851EC}" dt="2025-02-16T18:04:19.462" v="4415" actId="1076"/>
        <pc:sldMkLst>
          <pc:docMk/>
          <pc:sldMk cId="58178867" sldId="455"/>
        </pc:sldMkLst>
        <pc:spChg chg="mod">
          <ac:chgData name="Oleh Sapiha" userId="428cacb2-53de-4d16-9660-3abdc20ad1c8" providerId="ADAL" clId="{152A3153-0D38-45FC-90F7-615C379851EC}" dt="2025-02-15T19:01:59.498" v="3825" actId="14100"/>
          <ac:spMkLst>
            <pc:docMk/>
            <pc:sldMk cId="58178867" sldId="455"/>
            <ac:spMk id="4" creationId="{06482522-39F4-B39D-917E-9DD208269C12}"/>
          </ac:spMkLst>
        </pc:spChg>
        <pc:spChg chg="mod">
          <ac:chgData name="Oleh Sapiha" userId="428cacb2-53de-4d16-9660-3abdc20ad1c8" providerId="ADAL" clId="{152A3153-0D38-45FC-90F7-615C379851EC}" dt="2025-02-16T18:04:12.320" v="4413" actId="1076"/>
          <ac:spMkLst>
            <pc:docMk/>
            <pc:sldMk cId="58178867" sldId="455"/>
            <ac:spMk id="17" creationId="{5219EB27-24C3-EFC3-9F13-702FD844DDE1}"/>
          </ac:spMkLst>
        </pc:spChg>
        <pc:picChg chg="add mod modCrop">
          <ac:chgData name="Oleh Sapiha" userId="428cacb2-53de-4d16-9660-3abdc20ad1c8" providerId="ADAL" clId="{152A3153-0D38-45FC-90F7-615C379851EC}" dt="2025-02-16T18:04:19.462" v="4415" actId="1076"/>
          <ac:picMkLst>
            <pc:docMk/>
            <pc:sldMk cId="58178867" sldId="455"/>
            <ac:picMk id="5" creationId="{C83C5776-FC3E-1D65-2657-BD50D33F8808}"/>
          </ac:picMkLst>
        </pc:picChg>
      </pc:sldChg>
      <pc:sldChg chg="addSp modSp mod ord">
        <pc:chgData name="Oleh Sapiha" userId="428cacb2-53de-4d16-9660-3abdc20ad1c8" providerId="ADAL" clId="{152A3153-0D38-45FC-90F7-615C379851EC}" dt="2025-02-17T19:06:39.649" v="4531" actId="13926"/>
        <pc:sldMkLst>
          <pc:docMk/>
          <pc:sldMk cId="1765993274" sldId="456"/>
        </pc:sldMkLst>
        <pc:spChg chg="mod">
          <ac:chgData name="Oleh Sapiha" userId="428cacb2-53de-4d16-9660-3abdc20ad1c8" providerId="ADAL" clId="{152A3153-0D38-45FC-90F7-615C379851EC}" dt="2025-02-17T19:05:59.926" v="4479" actId="20577"/>
          <ac:spMkLst>
            <pc:docMk/>
            <pc:sldMk cId="1765993274" sldId="456"/>
            <ac:spMk id="2" creationId="{7601EB66-7919-0327-9BEB-F1C428A741B7}"/>
          </ac:spMkLst>
        </pc:spChg>
        <pc:spChg chg="mod">
          <ac:chgData name="Oleh Sapiha" userId="428cacb2-53de-4d16-9660-3abdc20ad1c8" providerId="ADAL" clId="{152A3153-0D38-45FC-90F7-615C379851EC}" dt="2025-02-16T17:59:10.409" v="4380" actId="20577"/>
          <ac:spMkLst>
            <pc:docMk/>
            <pc:sldMk cId="1765993274" sldId="456"/>
            <ac:spMk id="4" creationId="{C0BB1C84-2A63-7172-2DAE-4BDF103BE71B}"/>
          </ac:spMkLst>
        </pc:spChg>
        <pc:spChg chg="add mod">
          <ac:chgData name="Oleh Sapiha" userId="428cacb2-53de-4d16-9660-3abdc20ad1c8" providerId="ADAL" clId="{152A3153-0D38-45FC-90F7-615C379851EC}" dt="2025-02-17T19:06:39.649" v="4531" actId="13926"/>
          <ac:spMkLst>
            <pc:docMk/>
            <pc:sldMk cId="1765993274" sldId="456"/>
            <ac:spMk id="6" creationId="{91149B34-4933-0CFE-7769-AC8C4FE11191}"/>
          </ac:spMkLst>
        </pc:spChg>
        <pc:picChg chg="mod">
          <ac:chgData name="Oleh Sapiha" userId="428cacb2-53de-4d16-9660-3abdc20ad1c8" providerId="ADAL" clId="{152A3153-0D38-45FC-90F7-615C379851EC}" dt="2025-02-17T19:06:05.852" v="4480" actId="1076"/>
          <ac:picMkLst>
            <pc:docMk/>
            <pc:sldMk cId="1765993274" sldId="456"/>
            <ac:picMk id="5" creationId="{D2CA5464-3F6B-5DD2-9F1A-19DF617B80D4}"/>
          </ac:picMkLst>
        </pc:picChg>
      </pc:sldChg>
      <pc:sldChg chg="del">
        <pc:chgData name="Oleh Sapiha" userId="428cacb2-53de-4d16-9660-3abdc20ad1c8" providerId="ADAL" clId="{152A3153-0D38-45FC-90F7-615C379851EC}" dt="2025-02-15T07:32:24.057" v="26" actId="47"/>
        <pc:sldMkLst>
          <pc:docMk/>
          <pc:sldMk cId="3031486820" sldId="462"/>
        </pc:sldMkLst>
      </pc:sldChg>
      <pc:sldChg chg="del">
        <pc:chgData name="Oleh Sapiha" userId="428cacb2-53de-4d16-9660-3abdc20ad1c8" providerId="ADAL" clId="{152A3153-0D38-45FC-90F7-615C379851EC}" dt="2025-02-15T07:32:21.783" v="25" actId="47"/>
        <pc:sldMkLst>
          <pc:docMk/>
          <pc:sldMk cId="1133488612" sldId="463"/>
        </pc:sldMkLst>
      </pc:sldChg>
      <pc:sldChg chg="delSp modSp add mod ord modTransition setBg">
        <pc:chgData name="Oleh Sapiha" userId="428cacb2-53de-4d16-9660-3abdc20ad1c8" providerId="ADAL" clId="{152A3153-0D38-45FC-90F7-615C379851EC}" dt="2025-02-17T19:05:48.021" v="4467" actId="20577"/>
        <pc:sldMkLst>
          <pc:docMk/>
          <pc:sldMk cId="1404378807" sldId="463"/>
        </pc:sldMkLst>
        <pc:spChg chg="mod">
          <ac:chgData name="Oleh Sapiha" userId="428cacb2-53de-4d16-9660-3abdc20ad1c8" providerId="ADAL" clId="{152A3153-0D38-45FC-90F7-615C379851EC}" dt="2025-02-17T19:05:48.021" v="4467" actId="20577"/>
          <ac:spMkLst>
            <pc:docMk/>
            <pc:sldMk cId="1404378807" sldId="463"/>
            <ac:spMk id="2" creationId="{00000000-0000-0000-0000-000000000000}"/>
          </ac:spMkLst>
        </pc:spChg>
        <pc:picChg chg="del">
          <ac:chgData name="Oleh Sapiha" userId="428cacb2-53de-4d16-9660-3abdc20ad1c8" providerId="ADAL" clId="{152A3153-0D38-45FC-90F7-615C379851EC}" dt="2025-02-16T17:33:43.403" v="4281" actId="478"/>
          <ac:picMkLst>
            <pc:docMk/>
            <pc:sldMk cId="1404378807" sldId="463"/>
            <ac:picMk id="6" creationId="{76B53D60-BDD5-7FD9-8464-A1E9BF074A40}"/>
          </ac:picMkLst>
        </pc:picChg>
        <pc:picChg chg="mod modCrop">
          <ac:chgData name="Oleh Sapiha" userId="428cacb2-53de-4d16-9660-3abdc20ad1c8" providerId="ADAL" clId="{152A3153-0D38-45FC-90F7-615C379851EC}" dt="2025-02-16T17:35:51.721" v="4312" actId="14100"/>
          <ac:picMkLst>
            <pc:docMk/>
            <pc:sldMk cId="1404378807" sldId="463"/>
            <ac:picMk id="7" creationId="{903F1F12-48EC-7AF5-0D6A-EBB5D9AB07C3}"/>
          </ac:picMkLst>
        </pc:picChg>
      </pc:sldChg>
      <pc:sldChg chg="del">
        <pc:chgData name="Oleh Sapiha" userId="428cacb2-53de-4d16-9660-3abdc20ad1c8" providerId="ADAL" clId="{152A3153-0D38-45FC-90F7-615C379851EC}" dt="2025-02-16T17:41:13.801" v="4320" actId="47"/>
        <pc:sldMkLst>
          <pc:docMk/>
          <pc:sldMk cId="2343708112" sldId="464"/>
        </pc:sldMkLst>
      </pc:sldChg>
      <pc:sldChg chg="del">
        <pc:chgData name="Oleh Sapiha" userId="428cacb2-53de-4d16-9660-3abdc20ad1c8" providerId="ADAL" clId="{152A3153-0D38-45FC-90F7-615C379851EC}" dt="2025-02-16T17:41:14.696" v="4321" actId="47"/>
        <pc:sldMkLst>
          <pc:docMk/>
          <pc:sldMk cId="3379264577" sldId="465"/>
        </pc:sldMkLst>
      </pc:sldChg>
      <pc:sldChg chg="add del">
        <pc:chgData name="Oleh Sapiha" userId="428cacb2-53de-4d16-9660-3abdc20ad1c8" providerId="ADAL" clId="{152A3153-0D38-45FC-90F7-615C379851EC}" dt="2025-02-16T17:41:15.482" v="4322" actId="47"/>
        <pc:sldMkLst>
          <pc:docMk/>
          <pc:sldMk cId="379119414" sldId="466"/>
        </pc:sldMkLst>
      </pc:sldChg>
      <pc:sldChg chg="del">
        <pc:chgData name="Oleh Sapiha" userId="428cacb2-53de-4d16-9660-3abdc20ad1c8" providerId="ADAL" clId="{152A3153-0D38-45FC-90F7-615C379851EC}" dt="2025-02-16T17:41:16.532" v="4323" actId="47"/>
        <pc:sldMkLst>
          <pc:docMk/>
          <pc:sldMk cId="3530720515" sldId="467"/>
        </pc:sldMkLst>
      </pc:sldChg>
      <pc:sldChg chg="del">
        <pc:chgData name="Oleh Sapiha" userId="428cacb2-53de-4d16-9660-3abdc20ad1c8" providerId="ADAL" clId="{152A3153-0D38-45FC-90F7-615C379851EC}" dt="2025-02-16T17:41:17.921" v="4324" actId="47"/>
        <pc:sldMkLst>
          <pc:docMk/>
          <pc:sldMk cId="1281674115" sldId="468"/>
        </pc:sldMkLst>
      </pc:sldChg>
      <pc:sldChg chg="del">
        <pc:chgData name="Oleh Sapiha" userId="428cacb2-53de-4d16-9660-3abdc20ad1c8" providerId="ADAL" clId="{152A3153-0D38-45FC-90F7-615C379851EC}" dt="2025-02-16T17:41:19.277" v="4325" actId="47"/>
        <pc:sldMkLst>
          <pc:docMk/>
          <pc:sldMk cId="60225377" sldId="469"/>
        </pc:sldMkLst>
      </pc:sldChg>
      <pc:sldChg chg="add del">
        <pc:chgData name="Oleh Sapiha" userId="428cacb2-53de-4d16-9660-3abdc20ad1c8" providerId="ADAL" clId="{152A3153-0D38-45FC-90F7-615C379851EC}" dt="2025-02-15T07:45:12.765" v="241"/>
        <pc:sldMkLst>
          <pc:docMk/>
          <pc:sldMk cId="1496511912" sldId="470"/>
        </pc:sldMkLst>
      </pc:sldChg>
      <pc:sldChg chg="new del">
        <pc:chgData name="Oleh Sapiha" userId="428cacb2-53de-4d16-9660-3abdc20ad1c8" providerId="ADAL" clId="{152A3153-0D38-45FC-90F7-615C379851EC}" dt="2025-02-15T07:45:06.184" v="239" actId="680"/>
        <pc:sldMkLst>
          <pc:docMk/>
          <pc:sldMk cId="1644169807" sldId="470"/>
        </pc:sldMkLst>
      </pc:sldChg>
      <pc:sldChg chg="addSp delSp modSp new mod ord">
        <pc:chgData name="Oleh Sapiha" userId="428cacb2-53de-4d16-9660-3abdc20ad1c8" providerId="ADAL" clId="{152A3153-0D38-45FC-90F7-615C379851EC}" dt="2025-02-16T18:01:37.517" v="4400" actId="6549"/>
        <pc:sldMkLst>
          <pc:docMk/>
          <pc:sldMk cId="3549345143" sldId="470"/>
        </pc:sldMkLst>
        <pc:spChg chg="mod">
          <ac:chgData name="Oleh Sapiha" userId="428cacb2-53de-4d16-9660-3abdc20ad1c8" providerId="ADAL" clId="{152A3153-0D38-45FC-90F7-615C379851EC}" dt="2025-02-15T07:45:30.202" v="246" actId="14100"/>
          <ac:spMkLst>
            <pc:docMk/>
            <pc:sldMk cId="3549345143" sldId="470"/>
            <ac:spMk id="2" creationId="{ECBD05CB-529C-8B9D-B561-DE02493DB0E1}"/>
          </ac:spMkLst>
        </pc:spChg>
        <pc:spChg chg="mod">
          <ac:chgData name="Oleh Sapiha" userId="428cacb2-53de-4d16-9660-3abdc20ad1c8" providerId="ADAL" clId="{152A3153-0D38-45FC-90F7-615C379851EC}" dt="2025-02-16T18:01:37.517" v="4400" actId="6549"/>
          <ac:spMkLst>
            <pc:docMk/>
            <pc:sldMk cId="3549345143" sldId="470"/>
            <ac:spMk id="3" creationId="{54D65954-3B75-5704-6899-A3B42C2CF36F}"/>
          </ac:spMkLst>
        </pc:spChg>
        <pc:picChg chg="add mod modCrop">
          <ac:chgData name="Oleh Sapiha" userId="428cacb2-53de-4d16-9660-3abdc20ad1c8" providerId="ADAL" clId="{152A3153-0D38-45FC-90F7-615C379851EC}" dt="2025-02-16T18:01:26.217" v="4396" actId="14100"/>
          <ac:picMkLst>
            <pc:docMk/>
            <pc:sldMk cId="3549345143" sldId="470"/>
            <ac:picMk id="9" creationId="{DBBB9061-0110-B52B-A33E-47338119EC57}"/>
          </ac:picMkLst>
        </pc:picChg>
      </pc:sldChg>
      <pc:sldChg chg="del">
        <pc:chgData name="Oleh Sapiha" userId="428cacb2-53de-4d16-9660-3abdc20ad1c8" providerId="ADAL" clId="{152A3153-0D38-45FC-90F7-615C379851EC}" dt="2025-02-15T07:30:56.596" v="7" actId="47"/>
        <pc:sldMkLst>
          <pc:docMk/>
          <pc:sldMk cId="4277175142" sldId="470"/>
        </pc:sldMkLst>
      </pc:sldChg>
      <pc:sldChg chg="del">
        <pc:chgData name="Oleh Sapiha" userId="428cacb2-53de-4d16-9660-3abdc20ad1c8" providerId="ADAL" clId="{152A3153-0D38-45FC-90F7-615C379851EC}" dt="2025-02-15T07:30:59.396" v="18" actId="47"/>
        <pc:sldMkLst>
          <pc:docMk/>
          <pc:sldMk cId="1655073916" sldId="471"/>
        </pc:sldMkLst>
      </pc:sldChg>
      <pc:sldChg chg="addSp delSp modSp new mod modTransition modAnim">
        <pc:chgData name="Oleh Sapiha" userId="428cacb2-53de-4d16-9660-3abdc20ad1c8" providerId="ADAL" clId="{152A3153-0D38-45FC-90F7-615C379851EC}" dt="2025-02-16T18:03:03.889" v="4405" actId="1038"/>
        <pc:sldMkLst>
          <pc:docMk/>
          <pc:sldMk cId="2974913787" sldId="471"/>
        </pc:sldMkLst>
        <pc:spChg chg="mod">
          <ac:chgData name="Oleh Sapiha" userId="428cacb2-53de-4d16-9660-3abdc20ad1c8" providerId="ADAL" clId="{152A3153-0D38-45FC-90F7-615C379851EC}" dt="2025-02-15T09:20:39.161" v="2178" actId="255"/>
          <ac:spMkLst>
            <pc:docMk/>
            <pc:sldMk cId="2974913787" sldId="471"/>
            <ac:spMk id="2" creationId="{44E59381-09E8-06DF-0A23-423A3C335282}"/>
          </ac:spMkLst>
        </pc:spChg>
        <pc:spChg chg="mod">
          <ac:chgData name="Oleh Sapiha" userId="428cacb2-53de-4d16-9660-3abdc20ad1c8" providerId="ADAL" clId="{152A3153-0D38-45FC-90F7-615C379851EC}" dt="2025-02-15T09:02:05.005" v="1618"/>
          <ac:spMkLst>
            <pc:docMk/>
            <pc:sldMk cId="2974913787" sldId="471"/>
            <ac:spMk id="10" creationId="{B4D1740D-6D27-1EA1-DD6D-B06724FB1FB1}"/>
          </ac:spMkLst>
        </pc:spChg>
        <pc:spChg chg="add mod">
          <ac:chgData name="Oleh Sapiha" userId="428cacb2-53de-4d16-9660-3abdc20ad1c8" providerId="ADAL" clId="{152A3153-0D38-45FC-90F7-615C379851EC}" dt="2025-02-15T09:19:30.272" v="2173" actId="20577"/>
          <ac:spMkLst>
            <pc:docMk/>
            <pc:sldMk cId="2974913787" sldId="471"/>
            <ac:spMk id="13" creationId="{9482DB2E-2499-2F4B-EA82-8BA1E4867BD1}"/>
          </ac:spMkLst>
        </pc:spChg>
        <pc:spChg chg="mod topLvl">
          <ac:chgData name="Oleh Sapiha" userId="428cacb2-53de-4d16-9660-3abdc20ad1c8" providerId="ADAL" clId="{152A3153-0D38-45FC-90F7-615C379851EC}" dt="2025-02-16T18:03:01.385" v="4403" actId="1038"/>
          <ac:spMkLst>
            <pc:docMk/>
            <pc:sldMk cId="2974913787" sldId="471"/>
            <ac:spMk id="20" creationId="{7E565776-E9BB-DE1A-0262-E986686E72E0}"/>
          </ac:spMkLst>
        </pc:spChg>
        <pc:grpChg chg="add mod">
          <ac:chgData name="Oleh Sapiha" userId="428cacb2-53de-4d16-9660-3abdc20ad1c8" providerId="ADAL" clId="{152A3153-0D38-45FC-90F7-615C379851EC}" dt="2025-02-16T18:02:57.933" v="4401" actId="1038"/>
          <ac:grpSpMkLst>
            <pc:docMk/>
            <pc:sldMk cId="2974913787" sldId="471"/>
            <ac:grpSpMk id="6" creationId="{79689303-8A77-5182-6570-E8694ECDF6BD}"/>
          </ac:grpSpMkLst>
        </pc:grpChg>
        <pc:grpChg chg="mod">
          <ac:chgData name="Oleh Sapiha" userId="428cacb2-53de-4d16-9660-3abdc20ad1c8" providerId="ADAL" clId="{152A3153-0D38-45FC-90F7-615C379851EC}" dt="2025-02-15T09:02:05.005" v="1618"/>
          <ac:grpSpMkLst>
            <pc:docMk/>
            <pc:sldMk cId="2974913787" sldId="471"/>
            <ac:grpSpMk id="7" creationId="{A8774AF9-95C9-B993-8CE0-EC0CA23A504A}"/>
          </ac:grpSpMkLst>
        </pc:grpChg>
        <pc:picChg chg="mod modCrop">
          <ac:chgData name="Oleh Sapiha" userId="428cacb2-53de-4d16-9660-3abdc20ad1c8" providerId="ADAL" clId="{152A3153-0D38-45FC-90F7-615C379851EC}" dt="2025-02-15T18:26:45.557" v="3549" actId="732"/>
          <ac:picMkLst>
            <pc:docMk/>
            <pc:sldMk cId="2974913787" sldId="471"/>
            <ac:picMk id="9" creationId="{2B254818-3949-7DFE-4FF3-45B044B99BCA}"/>
          </ac:picMkLst>
        </pc:picChg>
        <pc:picChg chg="mod topLvl modCrop">
          <ac:chgData name="Oleh Sapiha" userId="428cacb2-53de-4d16-9660-3abdc20ad1c8" providerId="ADAL" clId="{152A3153-0D38-45FC-90F7-615C379851EC}" dt="2025-02-16T18:03:03.889" v="4405" actId="1038"/>
          <ac:picMkLst>
            <pc:docMk/>
            <pc:sldMk cId="2974913787" sldId="471"/>
            <ac:picMk id="18" creationId="{775EE167-BFB9-8719-C5B7-E8CBD2092779}"/>
          </ac:picMkLst>
        </pc:picChg>
        <pc:cxnChg chg="mod">
          <ac:chgData name="Oleh Sapiha" userId="428cacb2-53de-4d16-9660-3abdc20ad1c8" providerId="ADAL" clId="{152A3153-0D38-45FC-90F7-615C379851EC}" dt="2025-02-15T09:15:17.909" v="2107" actId="14100"/>
          <ac:cxnSpMkLst>
            <pc:docMk/>
            <pc:sldMk cId="2974913787" sldId="471"/>
            <ac:cxnSpMk id="8" creationId="{B5FA7B40-5F3E-5731-9FF9-FDEBA42B417C}"/>
          </ac:cxnSpMkLst>
        </pc:cxnChg>
      </pc:sldChg>
      <pc:sldChg chg="addSp delSp modSp new mod">
        <pc:chgData name="Oleh Sapiha" userId="428cacb2-53de-4d16-9660-3abdc20ad1c8" providerId="ADAL" clId="{152A3153-0D38-45FC-90F7-615C379851EC}" dt="2025-02-15T18:13:37.586" v="3097" actId="20577"/>
        <pc:sldMkLst>
          <pc:docMk/>
          <pc:sldMk cId="3117632224" sldId="472"/>
        </pc:sldMkLst>
        <pc:spChg chg="mod">
          <ac:chgData name="Oleh Sapiha" userId="428cacb2-53de-4d16-9660-3abdc20ad1c8" providerId="ADAL" clId="{152A3153-0D38-45FC-90F7-615C379851EC}" dt="2025-02-15T17:52:19.221" v="2810" actId="20577"/>
          <ac:spMkLst>
            <pc:docMk/>
            <pc:sldMk cId="3117632224" sldId="472"/>
            <ac:spMk id="2" creationId="{FE5EB676-2F7B-34E1-E2E8-C8D13737E895}"/>
          </ac:spMkLst>
        </pc:spChg>
        <pc:spChg chg="mod">
          <ac:chgData name="Oleh Sapiha" userId="428cacb2-53de-4d16-9660-3abdc20ad1c8" providerId="ADAL" clId="{152A3153-0D38-45FC-90F7-615C379851EC}" dt="2025-02-15T18:13:37.586" v="3097" actId="20577"/>
          <ac:spMkLst>
            <pc:docMk/>
            <pc:sldMk cId="3117632224" sldId="472"/>
            <ac:spMk id="3" creationId="{CB72005E-25A5-CBE8-21A7-C30461D90A18}"/>
          </ac:spMkLst>
        </pc:spChg>
        <pc:picChg chg="add mod modCrop">
          <ac:chgData name="Oleh Sapiha" userId="428cacb2-53de-4d16-9660-3abdc20ad1c8" providerId="ADAL" clId="{152A3153-0D38-45FC-90F7-615C379851EC}" dt="2025-02-15T17:53:28.057" v="2825" actId="1076"/>
          <ac:picMkLst>
            <pc:docMk/>
            <pc:sldMk cId="3117632224" sldId="472"/>
            <ac:picMk id="7" creationId="{8627A195-AAF6-6952-DCC8-BA2110C29F70}"/>
          </ac:picMkLst>
        </pc:picChg>
      </pc:sldChg>
      <pc:sldChg chg="new del">
        <pc:chgData name="Oleh Sapiha" userId="428cacb2-53de-4d16-9660-3abdc20ad1c8" providerId="ADAL" clId="{152A3153-0D38-45FC-90F7-615C379851EC}" dt="2025-02-15T17:51:27.483" v="2768" actId="47"/>
        <pc:sldMkLst>
          <pc:docMk/>
          <pc:sldMk cId="3310115145" sldId="473"/>
        </pc:sldMkLst>
      </pc:sldChg>
      <pc:sldChg chg="addSp modSp add mod">
        <pc:chgData name="Oleh Sapiha" userId="428cacb2-53de-4d16-9660-3abdc20ad1c8" providerId="ADAL" clId="{152A3153-0D38-45FC-90F7-615C379851EC}" dt="2025-02-15T20:00:26.114" v="4264" actId="20577"/>
        <pc:sldMkLst>
          <pc:docMk/>
          <pc:sldMk cId="1002541627" sldId="474"/>
        </pc:sldMkLst>
        <pc:spChg chg="mod">
          <ac:chgData name="Oleh Sapiha" userId="428cacb2-53de-4d16-9660-3abdc20ad1c8" providerId="ADAL" clId="{152A3153-0D38-45FC-90F7-615C379851EC}" dt="2025-02-15T17:52:23.660" v="2811"/>
          <ac:spMkLst>
            <pc:docMk/>
            <pc:sldMk cId="1002541627" sldId="474"/>
            <ac:spMk id="2" creationId="{7E92386A-6CEA-A59D-549B-9E9BA462206C}"/>
          </ac:spMkLst>
        </pc:spChg>
        <pc:spChg chg="mod">
          <ac:chgData name="Oleh Sapiha" userId="428cacb2-53de-4d16-9660-3abdc20ad1c8" providerId="ADAL" clId="{152A3153-0D38-45FC-90F7-615C379851EC}" dt="2025-02-15T18:13:09.929" v="3067" actId="313"/>
          <ac:spMkLst>
            <pc:docMk/>
            <pc:sldMk cId="1002541627" sldId="474"/>
            <ac:spMk id="3" creationId="{AE77A00E-E7D4-48F2-638F-6F0C3110B75A}"/>
          </ac:spMkLst>
        </pc:spChg>
        <pc:spChg chg="add mod">
          <ac:chgData name="Oleh Sapiha" userId="428cacb2-53de-4d16-9660-3abdc20ad1c8" providerId="ADAL" clId="{152A3153-0D38-45FC-90F7-615C379851EC}" dt="2025-02-15T19:58:54.006" v="4241" actId="20577"/>
          <ac:spMkLst>
            <pc:docMk/>
            <pc:sldMk cId="1002541627" sldId="474"/>
            <ac:spMk id="6" creationId="{72F3C238-CF7B-4A00-7621-0DC789464B08}"/>
          </ac:spMkLst>
        </pc:spChg>
        <pc:spChg chg="add mod">
          <ac:chgData name="Oleh Sapiha" userId="428cacb2-53de-4d16-9660-3abdc20ad1c8" providerId="ADAL" clId="{152A3153-0D38-45FC-90F7-615C379851EC}" dt="2025-02-15T19:57:53.799" v="4204" actId="1076"/>
          <ac:spMkLst>
            <pc:docMk/>
            <pc:sldMk cId="1002541627" sldId="474"/>
            <ac:spMk id="7" creationId="{1BE44461-B7D3-E7A5-1C1D-A9EC4A0B8E4C}"/>
          </ac:spMkLst>
        </pc:spChg>
        <pc:spChg chg="add mod">
          <ac:chgData name="Oleh Sapiha" userId="428cacb2-53de-4d16-9660-3abdc20ad1c8" providerId="ADAL" clId="{152A3153-0D38-45FC-90F7-615C379851EC}" dt="2025-02-15T20:00:00.137" v="4256" actId="14100"/>
          <ac:spMkLst>
            <pc:docMk/>
            <pc:sldMk cId="1002541627" sldId="474"/>
            <ac:spMk id="8" creationId="{FF13B3A7-5FFB-2A38-5D98-8FC04448A64F}"/>
          </ac:spMkLst>
        </pc:spChg>
        <pc:spChg chg="add mod">
          <ac:chgData name="Oleh Sapiha" userId="428cacb2-53de-4d16-9660-3abdc20ad1c8" providerId="ADAL" clId="{152A3153-0D38-45FC-90F7-615C379851EC}" dt="2025-02-15T19:59:55.121" v="4255" actId="20577"/>
          <ac:spMkLst>
            <pc:docMk/>
            <pc:sldMk cId="1002541627" sldId="474"/>
            <ac:spMk id="9" creationId="{FFCD15AB-EFE6-D065-99F6-8BFE163B5E8C}"/>
          </ac:spMkLst>
        </pc:spChg>
        <pc:spChg chg="add mod">
          <ac:chgData name="Oleh Sapiha" userId="428cacb2-53de-4d16-9660-3abdc20ad1c8" providerId="ADAL" clId="{152A3153-0D38-45FC-90F7-615C379851EC}" dt="2025-02-15T20:00:17.482" v="4261" actId="14100"/>
          <ac:spMkLst>
            <pc:docMk/>
            <pc:sldMk cId="1002541627" sldId="474"/>
            <ac:spMk id="10" creationId="{8310E428-BD4D-5775-5246-D806C0EA968C}"/>
          </ac:spMkLst>
        </pc:spChg>
        <pc:spChg chg="add mod">
          <ac:chgData name="Oleh Sapiha" userId="428cacb2-53de-4d16-9660-3abdc20ad1c8" providerId="ADAL" clId="{152A3153-0D38-45FC-90F7-615C379851EC}" dt="2025-02-15T20:00:26.114" v="4264" actId="20577"/>
          <ac:spMkLst>
            <pc:docMk/>
            <pc:sldMk cId="1002541627" sldId="474"/>
            <ac:spMk id="11" creationId="{771CABE1-707C-392F-A129-F5F7FD2A818B}"/>
          </ac:spMkLst>
        </pc:spChg>
        <pc:graphicFrameChg chg="add mod">
          <ac:chgData name="Oleh Sapiha" userId="428cacb2-53de-4d16-9660-3abdc20ad1c8" providerId="ADAL" clId="{152A3153-0D38-45FC-90F7-615C379851EC}" dt="2025-02-15T18:27:41.077" v="3551" actId="1076"/>
          <ac:graphicFrameMkLst>
            <pc:docMk/>
            <pc:sldMk cId="1002541627" sldId="474"/>
            <ac:graphicFrameMk id="4" creationId="{B7AA8800-7D3E-0462-A742-CCDA2669EBE4}"/>
          </ac:graphicFrameMkLst>
        </pc:graphicFrameChg>
        <pc:picChg chg="mod">
          <ac:chgData name="Oleh Sapiha" userId="428cacb2-53de-4d16-9660-3abdc20ad1c8" providerId="ADAL" clId="{152A3153-0D38-45FC-90F7-615C379851EC}" dt="2025-02-15T19:58:58.400" v="4243" actId="1076"/>
          <ac:picMkLst>
            <pc:docMk/>
            <pc:sldMk cId="1002541627" sldId="474"/>
            <ac:picMk id="5" creationId="{10F1167B-17A2-440B-E4E7-A8694DCC790A}"/>
          </ac:picMkLst>
        </pc:picChg>
      </pc:sldChg>
      <pc:sldChg chg="new del">
        <pc:chgData name="Oleh Sapiha" userId="428cacb2-53de-4d16-9660-3abdc20ad1c8" providerId="ADAL" clId="{152A3153-0D38-45FC-90F7-615C379851EC}" dt="2025-02-15T18:09:41.520" v="3064" actId="680"/>
        <pc:sldMkLst>
          <pc:docMk/>
          <pc:sldMk cId="276502990" sldId="475"/>
        </pc:sldMkLst>
      </pc:sldChg>
      <pc:sldChg chg="delSp modSp new mod">
        <pc:chgData name="Oleh Sapiha" userId="428cacb2-53de-4d16-9660-3abdc20ad1c8" providerId="ADAL" clId="{152A3153-0D38-45FC-90F7-615C379851EC}" dt="2025-02-15T18:15:49.132" v="3216" actId="1076"/>
        <pc:sldMkLst>
          <pc:docMk/>
          <pc:sldMk cId="1107308591" sldId="475"/>
        </pc:sldMkLst>
        <pc:spChg chg="mod">
          <ac:chgData name="Oleh Sapiha" userId="428cacb2-53de-4d16-9660-3abdc20ad1c8" providerId="ADAL" clId="{152A3153-0D38-45FC-90F7-615C379851EC}" dt="2025-02-15T18:15:49.132" v="3216" actId="1076"/>
          <ac:spMkLst>
            <pc:docMk/>
            <pc:sldMk cId="1107308591" sldId="475"/>
            <ac:spMk id="3" creationId="{7E5C09BC-2D4F-CED7-38F4-B9A7732A5B81}"/>
          </ac:spMkLst>
        </pc:spChg>
      </pc:sldChg>
      <pc:sldChg chg="new del">
        <pc:chgData name="Oleh Sapiha" userId="428cacb2-53de-4d16-9660-3abdc20ad1c8" providerId="ADAL" clId="{152A3153-0D38-45FC-90F7-615C379851EC}" dt="2025-02-15T18:16:58.062" v="3262" actId="47"/>
        <pc:sldMkLst>
          <pc:docMk/>
          <pc:sldMk cId="2597969618" sldId="476"/>
        </pc:sldMkLst>
      </pc:sldChg>
      <pc:sldChg chg="modSp add mod ord">
        <pc:chgData name="Oleh Sapiha" userId="428cacb2-53de-4d16-9660-3abdc20ad1c8" providerId="ADAL" clId="{152A3153-0D38-45FC-90F7-615C379851EC}" dt="2025-02-15T18:16:54.599" v="3261"/>
        <pc:sldMkLst>
          <pc:docMk/>
          <pc:sldMk cId="2536629842" sldId="477"/>
        </pc:sldMkLst>
        <pc:spChg chg="mod">
          <ac:chgData name="Oleh Sapiha" userId="428cacb2-53de-4d16-9660-3abdc20ad1c8" providerId="ADAL" clId="{152A3153-0D38-45FC-90F7-615C379851EC}" dt="2025-02-15T18:16:48.868" v="3259" actId="1076"/>
          <ac:spMkLst>
            <pc:docMk/>
            <pc:sldMk cId="2536629842" sldId="477"/>
            <ac:spMk id="3" creationId="{7B76B4C5-C3DA-CD71-BFD7-B2AA4D1426DD}"/>
          </ac:spMkLst>
        </pc:spChg>
      </pc:sldChg>
      <pc:sldChg chg="new add del">
        <pc:chgData name="Oleh Sapiha" userId="428cacb2-53de-4d16-9660-3abdc20ad1c8" providerId="ADAL" clId="{152A3153-0D38-45FC-90F7-615C379851EC}" dt="2025-02-15T19:38:22.827" v="4111" actId="47"/>
        <pc:sldMkLst>
          <pc:docMk/>
          <pc:sldMk cId="1625920993" sldId="478"/>
        </pc:sldMkLst>
      </pc:sldChg>
      <pc:sldChg chg="addSp delSp modSp add mod ord modTransition setBg">
        <pc:chgData name="Oleh Sapiha" userId="428cacb2-53de-4d16-9660-3abdc20ad1c8" providerId="ADAL" clId="{152A3153-0D38-45FC-90F7-615C379851EC}" dt="2025-02-17T19:05:27.824" v="4439" actId="20577"/>
        <pc:sldMkLst>
          <pc:docMk/>
          <pc:sldMk cId="2701803853" sldId="483"/>
        </pc:sldMkLst>
        <pc:spChg chg="mod">
          <ac:chgData name="Oleh Sapiha" userId="428cacb2-53de-4d16-9660-3abdc20ad1c8" providerId="ADAL" clId="{152A3153-0D38-45FC-90F7-615C379851EC}" dt="2025-02-17T19:05:27.824" v="4439" actId="20577"/>
          <ac:spMkLst>
            <pc:docMk/>
            <pc:sldMk cId="2701803853" sldId="483"/>
            <ac:spMk id="2" creationId="{00000000-0000-0000-0000-000000000000}"/>
          </ac:spMkLst>
        </pc:spChg>
        <pc:spChg chg="add del mod">
          <ac:chgData name="Oleh Sapiha" userId="428cacb2-53de-4d16-9660-3abdc20ad1c8" providerId="ADAL" clId="{152A3153-0D38-45FC-90F7-615C379851EC}" dt="2025-02-17T15:01:05.345" v="4418" actId="478"/>
          <ac:spMkLst>
            <pc:docMk/>
            <pc:sldMk cId="2701803853" sldId="483"/>
            <ac:spMk id="8" creationId="{8A10180E-AB73-7F41-F7FA-EC00AD732DFF}"/>
          </ac:spMkLst>
        </pc:spChg>
        <pc:spChg chg="mod">
          <ac:chgData name="Oleh Sapiha" userId="428cacb2-53de-4d16-9660-3abdc20ad1c8" providerId="ADAL" clId="{152A3153-0D38-45FC-90F7-615C379851EC}" dt="2025-02-16T17:35:14.230" v="4305" actId="20577"/>
          <ac:spMkLst>
            <pc:docMk/>
            <pc:sldMk cId="2701803853" sldId="483"/>
            <ac:spMk id="17" creationId="{9B095CA5-8D9D-2518-B95E-582ED345B83E}"/>
          </ac:spMkLst>
        </pc:spChg>
        <pc:picChg chg="del mod">
          <ac:chgData name="Oleh Sapiha" userId="428cacb2-53de-4d16-9660-3abdc20ad1c8" providerId="ADAL" clId="{152A3153-0D38-45FC-90F7-615C379851EC}" dt="2025-02-17T19:05:13.244" v="4419" actId="478"/>
          <ac:picMkLst>
            <pc:docMk/>
            <pc:sldMk cId="2701803853" sldId="483"/>
            <ac:picMk id="5" creationId="{A0653C53-B7C1-4427-E3B5-132A78FBFE4A}"/>
          </ac:picMkLst>
        </pc:picChg>
        <pc:picChg chg="mod">
          <ac:chgData name="Oleh Sapiha" userId="428cacb2-53de-4d16-9660-3abdc20ad1c8" providerId="ADAL" clId="{152A3153-0D38-45FC-90F7-615C379851EC}" dt="2025-02-16T17:34:23.609" v="4290" actId="1076"/>
          <ac:picMkLst>
            <pc:docMk/>
            <pc:sldMk cId="2701803853" sldId="483"/>
            <ac:picMk id="6" creationId="{3D1ADF6E-93A0-DC11-4F21-1C92EA39DDB0}"/>
          </ac:picMkLst>
        </pc:picChg>
      </pc:sldChg>
      <pc:sldChg chg="addSp modSp new mod">
        <pc:chgData name="Oleh Sapiha" userId="428cacb2-53de-4d16-9660-3abdc20ad1c8" providerId="ADAL" clId="{152A3153-0D38-45FC-90F7-615C379851EC}" dt="2025-02-16T17:56:16.794" v="4367" actId="1038"/>
        <pc:sldMkLst>
          <pc:docMk/>
          <pc:sldMk cId="3973579385" sldId="484"/>
        </pc:sldMkLst>
        <pc:spChg chg="mod">
          <ac:chgData name="Oleh Sapiha" userId="428cacb2-53de-4d16-9660-3abdc20ad1c8" providerId="ADAL" clId="{152A3153-0D38-45FC-90F7-615C379851EC}" dt="2025-02-15T19:22:37.196" v="3880"/>
          <ac:spMkLst>
            <pc:docMk/>
            <pc:sldMk cId="3973579385" sldId="484"/>
            <ac:spMk id="2" creationId="{9098865C-178B-4755-91CC-42E72F630A30}"/>
          </ac:spMkLst>
        </pc:spChg>
        <pc:spChg chg="mod">
          <ac:chgData name="Oleh Sapiha" userId="428cacb2-53de-4d16-9660-3abdc20ad1c8" providerId="ADAL" clId="{152A3153-0D38-45FC-90F7-615C379851EC}" dt="2025-02-15T19:37:20.466" v="4107" actId="20577"/>
          <ac:spMkLst>
            <pc:docMk/>
            <pc:sldMk cId="3973579385" sldId="484"/>
            <ac:spMk id="3" creationId="{0471AFD0-D355-9B24-A5C9-7B142E7949D8}"/>
          </ac:spMkLst>
        </pc:spChg>
        <pc:spChg chg="add mod">
          <ac:chgData name="Oleh Sapiha" userId="428cacb2-53de-4d16-9660-3abdc20ad1c8" providerId="ADAL" clId="{152A3153-0D38-45FC-90F7-615C379851EC}" dt="2025-02-16T17:56:12.813" v="4363" actId="1076"/>
          <ac:spMkLst>
            <pc:docMk/>
            <pc:sldMk cId="3973579385" sldId="484"/>
            <ac:spMk id="7" creationId="{33855BA3-473A-D8DD-263B-C4A268F01A0E}"/>
          </ac:spMkLst>
        </pc:spChg>
        <pc:picChg chg="add mod modCrop">
          <ac:chgData name="Oleh Sapiha" userId="428cacb2-53de-4d16-9660-3abdc20ad1c8" providerId="ADAL" clId="{152A3153-0D38-45FC-90F7-615C379851EC}" dt="2025-02-16T17:56:16.794" v="4367" actId="1038"/>
          <ac:picMkLst>
            <pc:docMk/>
            <pc:sldMk cId="3973579385" sldId="484"/>
            <ac:picMk id="5" creationId="{93E8E995-A172-542C-DE86-1C19E0F4AADE}"/>
          </ac:picMkLst>
        </pc:picChg>
      </pc:sldChg>
      <pc:sldChg chg="new del">
        <pc:chgData name="Oleh Sapiha" userId="428cacb2-53de-4d16-9660-3abdc20ad1c8" providerId="ADAL" clId="{152A3153-0D38-45FC-90F7-615C379851EC}" dt="2025-02-15T19:25:46.863" v="3885" actId="47"/>
        <pc:sldMkLst>
          <pc:docMk/>
          <pc:sldMk cId="2450955453" sldId="485"/>
        </pc:sldMkLst>
      </pc:sldChg>
      <pc:sldChg chg="modSp add mod ord modTransition">
        <pc:chgData name="Oleh Sapiha" userId="428cacb2-53de-4d16-9660-3abdc20ad1c8" providerId="ADAL" clId="{152A3153-0D38-45FC-90F7-615C379851EC}" dt="2025-02-16T17:57:34.185" v="4379" actId="1076"/>
        <pc:sldMkLst>
          <pc:docMk/>
          <pc:sldMk cId="2076539657" sldId="638"/>
        </pc:sldMkLst>
        <pc:spChg chg="mod">
          <ac:chgData name="Oleh Sapiha" userId="428cacb2-53de-4d16-9660-3abdc20ad1c8" providerId="ADAL" clId="{152A3153-0D38-45FC-90F7-615C379851EC}" dt="2025-02-16T17:06:00.869" v="4280"/>
          <ac:spMkLst>
            <pc:docMk/>
            <pc:sldMk cId="2076539657" sldId="638"/>
            <ac:spMk id="4" creationId="{965AD21C-31A4-6EF9-7675-CE13576892EF}"/>
          </ac:spMkLst>
        </pc:spChg>
        <pc:spChg chg="mod">
          <ac:chgData name="Oleh Sapiha" userId="428cacb2-53de-4d16-9660-3abdc20ad1c8" providerId="ADAL" clId="{152A3153-0D38-45FC-90F7-615C379851EC}" dt="2025-02-16T17:57:12.585" v="4376" actId="20577"/>
          <ac:spMkLst>
            <pc:docMk/>
            <pc:sldMk cId="2076539657" sldId="638"/>
            <ac:spMk id="14" creationId="{50683090-A05A-41AA-BBE3-3D4F8272B284}"/>
          </ac:spMkLst>
        </pc:spChg>
        <pc:spChg chg="mod">
          <ac:chgData name="Oleh Sapiha" userId="428cacb2-53de-4d16-9660-3abdc20ad1c8" providerId="ADAL" clId="{152A3153-0D38-45FC-90F7-615C379851EC}" dt="2025-02-16T17:57:34.185" v="4379" actId="1076"/>
          <ac:spMkLst>
            <pc:docMk/>
            <pc:sldMk cId="2076539657" sldId="638"/>
            <ac:spMk id="15" creationId="{FA9B96D9-EF5B-47A7-833C-6ECDF2E8AEE3}"/>
          </ac:spMkLst>
        </pc:spChg>
      </pc:sldChg>
      <pc:sldChg chg="modSp add mod ord modTransition">
        <pc:chgData name="Oleh Sapiha" userId="428cacb2-53de-4d16-9660-3abdc20ad1c8" providerId="ADAL" clId="{152A3153-0D38-45FC-90F7-615C379851EC}" dt="2025-02-16T17:36:15.112" v="4318" actId="20577"/>
        <pc:sldMkLst>
          <pc:docMk/>
          <pc:sldMk cId="1926844166" sldId="648"/>
        </pc:sldMkLst>
        <pc:spChg chg="mod">
          <ac:chgData name="Oleh Sapiha" userId="428cacb2-53de-4d16-9660-3abdc20ad1c8" providerId="ADAL" clId="{152A3153-0D38-45FC-90F7-615C379851EC}" dt="2025-02-16T17:36:15.112" v="4318" actId="20577"/>
          <ac:spMkLst>
            <pc:docMk/>
            <pc:sldMk cId="1926844166" sldId="648"/>
            <ac:spMk id="2" creationId="{9B13D8FE-CC93-4BDB-A253-72E7DD3754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3/9/2025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7245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 err="1"/>
              <a:t>Textmasterformat</a:t>
            </a:r>
            <a:br>
              <a:rPr lang="en-US" noProof="0" dirty="0"/>
            </a:b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587501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283153"/>
          </a:xfrm>
          <a:ln>
            <a:noFill/>
          </a:ln>
        </p:spPr>
        <p:txBody>
          <a:bodyPr wrap="square"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57979797-8531-40C9-AA25-B52E6916CE0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A12777-30D4-4D1C-8DE6-98573AE3C7E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7400049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6" name="Gerade Verbindung 4">
            <a:extLst>
              <a:ext uri="{FF2B5EF4-FFF2-40B4-BE49-F238E27FC236}">
                <a16:creationId xmlns:a16="http://schemas.microsoft.com/office/drawing/2014/main" id="{A15355D3-CEB8-489E-88A7-11B56E8745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8D4BE4-8D41-47B8-82B8-4716B88FC76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091102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BE3FFBE7-B0B8-40F2-A1F7-6933ED5360BE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EAF2150-6F57-40CA-BDAB-D10D46B6BCF5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039631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A82DFE47-0884-463E-8FD8-434DEC37F45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55447A-6505-45C3-AE39-4AE7D090C02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62407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24002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424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548991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B76D4DD0-4EDD-4DFD-9117-94AB0DE11A6B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C2371FC-0F29-480A-B969-A89E454B9A4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330277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68000" y="1424991"/>
            <a:ext cx="8712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CE41CD3C-03A4-4769-A3DC-5D30FCB02D61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91FE76-0178-4C83-9226-A156A31B3252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88044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316991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8" y="1424991"/>
            <a:ext cx="5417647" cy="1887696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  <a:endParaRPr lang="en-US" noProof="0" dirty="0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48124AEF-254D-4661-97A8-FC2C4E7C939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DBF616-3B50-4D44-BED7-0BF75E4E5F14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4495332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7999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39416" y="1316991"/>
            <a:ext cx="5460584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2BAE940A-B6B2-4062-A10D-8E38DBE86AC8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E69775-672D-4AA3-8EDA-94057BEF41E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329170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8712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D3A74278-5E33-47CA-ADB1-29C6159D0314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728CF0-38B4-4893-A4B1-B1730B2CF536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029984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1875385"/>
          </a:xfrm>
        </p:spPr>
        <p:txBody>
          <a:bodyPr/>
          <a:lstStyle/>
          <a:p>
            <a:pPr lvl="0"/>
            <a:r>
              <a:rPr kumimoji="1" lang="en-US" altLang="ja-JP" noProof="0"/>
              <a:t>Click to edit Master text styles</a:t>
            </a:r>
          </a:p>
          <a:p>
            <a:pPr lvl="1"/>
            <a:r>
              <a:rPr kumimoji="1" lang="en-US" altLang="ja-JP" noProof="0"/>
              <a:t>Second level</a:t>
            </a:r>
          </a:p>
          <a:p>
            <a:pPr lvl="2"/>
            <a:r>
              <a:rPr kumimoji="1" lang="en-US" altLang="ja-JP" noProof="0"/>
              <a:t>Third level</a:t>
            </a:r>
          </a:p>
          <a:p>
            <a:pPr lvl="3"/>
            <a:r>
              <a:rPr kumimoji="1" lang="en-US" altLang="ja-JP" noProof="0"/>
              <a:t>Fourth level</a:t>
            </a:r>
          </a:p>
          <a:p>
            <a:pPr lvl="4"/>
            <a:r>
              <a:rPr kumimoji="1" lang="en-US" altLang="ja-JP" noProof="0"/>
              <a:t>Fifth level</a:t>
            </a:r>
            <a:endParaRPr kumimoji="1" lang="en-US" noProof="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D5E23-B915-4847-AEAE-600DBB5D7A81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686034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68000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907408" y="1316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468000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4907408" y="3620991"/>
            <a:ext cx="4272592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/>
              <a:t>Click icon to add chart</a:t>
            </a:r>
            <a:endParaRPr lang="en-US" dirty="0"/>
          </a:p>
        </p:txBody>
      </p:sp>
      <p:cxnSp>
        <p:nvCxnSpPr>
          <p:cNvPr id="10" name="Gerade Verbindung 4">
            <a:extLst>
              <a:ext uri="{FF2B5EF4-FFF2-40B4-BE49-F238E27FC236}">
                <a16:creationId xmlns:a16="http://schemas.microsoft.com/office/drawing/2014/main" id="{52C5DDBA-90B9-4961-A14B-98B9546E714F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1F78BC6-0B72-4CC4-A317-57441D7DC260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119760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000" y="597227"/>
            <a:ext cx="11232000" cy="455509"/>
          </a:xfrm>
        </p:spPr>
        <p:txBody>
          <a:bodyPr/>
          <a:lstStyle/>
          <a:p>
            <a:r>
              <a:rPr lang="en-US" altLang="ja-JP" noProof="0"/>
              <a:t>Click to edit Master title style</a:t>
            </a:r>
            <a:endParaRPr lang="ja-JP" altLang="en-US" noProof="0" dirty="0"/>
          </a:p>
        </p:txBody>
      </p: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1964991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68000" y="1424991"/>
            <a:ext cx="8711997" cy="4248000"/>
          </a:xfrm>
        </p:spPr>
        <p:txBody>
          <a:bodyPr/>
          <a:lstStyle/>
          <a:p>
            <a:r>
              <a:rPr lang="en-US" altLang="ja-JP"/>
              <a:t>Click icon to add table</a:t>
            </a:r>
            <a:endParaRPr lang="en-US" dirty="0"/>
          </a:p>
        </p:txBody>
      </p:sp>
      <p:cxnSp>
        <p:nvCxnSpPr>
          <p:cNvPr id="7" name="Gerade Verbindung 4">
            <a:extLst>
              <a:ext uri="{FF2B5EF4-FFF2-40B4-BE49-F238E27FC236}">
                <a16:creationId xmlns:a16="http://schemas.microsoft.com/office/drawing/2014/main" id="{E5422D39-5700-42E9-887F-A22446232645}"/>
              </a:ext>
            </a:extLst>
          </p:cNvPr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F0E8D3-434B-43F4-ACAB-F8D5845A79BD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0678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noFill/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07C9A7-2C7A-479E-8A14-E5E5068DFD5E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245762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5D4EC-C520-47A7-A87B-61E2B6F34AB7}"/>
              </a:ext>
            </a:extLst>
          </p:cNvPr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  <a:t>‹#›</a:t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2029872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387018"/>
            <a:ext cx="5280000" cy="30033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noProof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124744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9431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68000" y="116632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68000" y="1423831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50068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2025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>
            <a:cxnSpLocks/>
          </p:cNvCxnSpPr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9">
            <a:extLst>
              <a:ext uri="{FF2B5EF4-FFF2-40B4-BE49-F238E27FC236}">
                <a16:creationId xmlns:a16="http://schemas.microsoft.com/office/drawing/2014/main" id="{29F131B3-70D8-4212-9318-49432C1DE818}"/>
              </a:ext>
            </a:extLst>
          </p:cNvPr>
          <p:cNvSpPr/>
          <p:nvPr userDrawn="1"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4" name="図 3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4BF021D-3B93-18B9-E1A1-842FFACFCEAA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185" y="6435022"/>
            <a:ext cx="1796415" cy="30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68" r:id="rId9"/>
    <p:sldLayoutId id="2147483745" r:id="rId10"/>
    <p:sldLayoutId id="2147483746" r:id="rId11"/>
    <p:sldLayoutId id="2147483769" r:id="rId12"/>
    <p:sldLayoutId id="2147483747" r:id="rId13"/>
    <p:sldLayoutId id="2147483748" r:id="rId14"/>
    <p:sldLayoutId id="2147483771" r:id="rId15"/>
    <p:sldLayoutId id="2147483750" r:id="rId16"/>
    <p:sldLayoutId id="2147483751" r:id="rId17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  <p15:guide id="6" orient="horz" pos="3884" userDrawn="1">
          <p15:clr>
            <a:srgbClr val="F26B43"/>
          </p15:clr>
        </p15:guide>
        <p15:guide id="7" orient="horz" pos="890" userDrawn="1">
          <p15:clr>
            <a:srgbClr val="F26B43"/>
          </p15:clr>
        </p15:guide>
        <p15:guide id="8" orient="horz" pos="618" userDrawn="1">
          <p15:clr>
            <a:srgbClr val="F26B43"/>
          </p15:clr>
        </p15:guide>
        <p15:guide id="9" orient="horz" pos="346" userDrawn="1">
          <p15:clr>
            <a:srgbClr val="F26B43"/>
          </p15:clr>
        </p15:guide>
        <p15:guide id="10" orient="horz" pos="4201" userDrawn="1">
          <p15:clr>
            <a:srgbClr val="F26B43"/>
          </p15:clr>
        </p15:guide>
        <p15:guide id="11" orient="horz" pos="709" userDrawn="1">
          <p15:clr>
            <a:srgbClr val="F26B43"/>
          </p15:clr>
        </p15:guide>
        <p15:guide id="12" orient="horz" pos="3984" userDrawn="1">
          <p15:clr>
            <a:srgbClr val="F26B43"/>
          </p15:clr>
        </p15:guide>
        <p15:guide id="13" pos="52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og.com/en/resources/analog-dialogue/articles/introduction-to-spi-interface.html" TargetMode="External"/><Relationship Id="rId2" Type="http://schemas.openxmlformats.org/officeDocument/2006/relationships/hyperlink" Target="https://electrosome.com/spi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プレースホルダー 12" descr="屋外, 建物, 市, 光 が含まれている画像&#10;&#10;自動的に生成された説明">
            <a:extLst>
              <a:ext uri="{FF2B5EF4-FFF2-40B4-BE49-F238E27FC236}">
                <a16:creationId xmlns:a16="http://schemas.microsoft.com/office/drawing/2014/main" id="{03C3B1F7-CC17-7888-BCB8-16151EE3701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" b="1374"/>
          <a:stretch/>
        </p:blipFill>
        <p:spPr>
          <a:xfrm>
            <a:off x="479425" y="9525"/>
            <a:ext cx="11253788" cy="6156325"/>
          </a:xfrm>
          <a:prstGeom prst="rect">
            <a:avLst/>
          </a:prstGeom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006131E-FB56-425D-89D8-786378BA6F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0000" y="1052736"/>
            <a:ext cx="7968328" cy="1872208"/>
          </a:xfrm>
        </p:spPr>
        <p:txBody>
          <a:bodyPr/>
          <a:lstStyle/>
          <a:p>
            <a:r>
              <a:rPr lang="uk-UA" altLang="ja-JP" dirty="0"/>
              <a:t>Цифрова схемотехніка</a:t>
            </a:r>
            <a:endParaRPr lang="en-US" altLang="ja-JP" dirty="0"/>
          </a:p>
          <a:p>
            <a:pPr lvl="1"/>
            <a:r>
              <a:rPr lang="uk-UA" altLang="ja-JP" dirty="0"/>
              <a:t>Заняття 8</a:t>
            </a:r>
            <a:r>
              <a:rPr lang="en-US" altLang="ja-JP" dirty="0"/>
              <a:t>. </a:t>
            </a:r>
            <a:r>
              <a:rPr lang="uk-UA" altLang="ja-JP" dirty="0"/>
              <a:t>Інтерфейси пристроїв для роботи з програмованими мікросхемами.</a:t>
            </a:r>
            <a:r>
              <a:rPr lang="en-US" altLang="ja-JP" dirty="0"/>
              <a:t> SPI </a:t>
            </a:r>
            <a:r>
              <a:rPr lang="uk-UA" altLang="ja-JP" dirty="0"/>
              <a:t>інтерфейс.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2958467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9166-2DB2-2103-96E5-4730CF52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166339"/>
            <a:ext cx="11244575" cy="886397"/>
          </a:xfrm>
        </p:spPr>
        <p:txBody>
          <a:bodyPr/>
          <a:lstStyle/>
          <a:p>
            <a:r>
              <a:rPr lang="uk-UA" dirty="0"/>
              <a:t>Загальні характеристики</a:t>
            </a:r>
            <a:r>
              <a:rPr lang="en-US" dirty="0"/>
              <a:t> SPI. </a:t>
            </a:r>
            <a:r>
              <a:rPr lang="uk-UA" dirty="0"/>
              <a:t>Історія створення та розробки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C93E0-1E81-5673-19CF-41CB43A2D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537" y="1268760"/>
            <a:ext cx="11244574" cy="2541658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SPI (Serial Peripheral Interface) –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це синхронний послідовний інтерфейс, який використовується для обміну даними між мікроконтролерами та периферійними пристроями, такими як датчики, пам'ять, дисплеї тощо. Він дозволяє швидко передавати дані за допомогою чотирьох основних ліній: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MOSI (Master Output Slave Input), MISO (Master Input Slave Output), SCLK (Serial Clock)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та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SS (Slave Select).</a:t>
            </a:r>
            <a:endParaRPr lang="uk-UA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Інтерфейс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SPI (Serial Peripheral Interface)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був розроблений компанією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Motorola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на початку 1980-х років.</a:t>
            </a:r>
            <a:endParaRPr lang="en-US" b="0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Він призначений для синхронної послідовної передачі даних між мікроконтролерами та периферійними пристроями.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SPI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використовує архітектуру "ведучий-ведений", де ведучий пристрій керує передачею даних, генеруючи тактовий сигнал і вибираючи ведений пристрій за допомогою сигналу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Chip Select</a:t>
            </a:r>
            <a:endParaRPr lang="uk-U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3A07696-89F7-1BC5-F298-0F3B36FE6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3842" b="28001"/>
          <a:stretch/>
        </p:blipFill>
        <p:spPr>
          <a:xfrm>
            <a:off x="67185" y="3645024"/>
            <a:ext cx="6721180" cy="280831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E590E97-C9E6-F11C-6FB6-2997F4675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333" b="41587"/>
          <a:stretch/>
        </p:blipFill>
        <p:spPr>
          <a:xfrm>
            <a:off x="6468007" y="4026442"/>
            <a:ext cx="5706512" cy="283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353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8769-0D08-8E74-EE99-9B340E154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 wrap="square" anchor="b">
            <a:normAutofit/>
          </a:bodyPr>
          <a:lstStyle/>
          <a:p>
            <a:r>
              <a:rPr lang="uk-UA" dirty="0"/>
              <a:t>Принцип роботи </a:t>
            </a:r>
            <a:r>
              <a:rPr lang="en-US" dirty="0"/>
              <a:t>SPI</a:t>
            </a:r>
            <a:endParaRPr lang="uk-U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B75E47-B128-F68E-FFAD-2E8D08D15D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997" y="1424991"/>
            <a:ext cx="11244575" cy="1848006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SPI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інтерфейс в спрощенову вигляді можна предстувати у вигляді регістру зсуву. Для прикладу розглянемо 8-м бітний кільцевий регістр зсуву. Тепер розділимо його на 2 частини по 4 біт кожна та рознесемо на деяку відстань один від одного. </a:t>
            </a:r>
          </a:p>
          <a:p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Тепер приустимо що кожна 4 бітна частина знаходиться в окремих пристроях. Та частина яка містить мікроконтролер і генератор тактових імпульсів називається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SPI master a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інша частина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SPI slave.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На практиці зазвичай використовують не 4-х бітні частина на 8-ми бітні.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6D557A-C844-402A-6505-475439326EF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2" t="1546" r="42291" b="84246"/>
          <a:stretch/>
        </p:blipFill>
        <p:spPr>
          <a:xfrm>
            <a:off x="0" y="3933056"/>
            <a:ext cx="4392488" cy="1297036"/>
          </a:xfr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C2EFB2A-1855-0887-76B4-3AB5D0033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522" t="53638" r="20671" b="23247"/>
          <a:stretch/>
        </p:blipFill>
        <p:spPr>
          <a:xfrm>
            <a:off x="5519936" y="3247560"/>
            <a:ext cx="6672064" cy="2110096"/>
          </a:xfrm>
          <a:prstGeom prst="rect">
            <a:avLst/>
          </a:prstGeom>
          <a:ln w="6350">
            <a:noFill/>
          </a:ln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F5B5376-1701-D73A-80C4-35F8E3DAA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2" t="35571" r="27871" b="47132"/>
          <a:stretch/>
        </p:blipFill>
        <p:spPr>
          <a:xfrm>
            <a:off x="-30311" y="5059029"/>
            <a:ext cx="5667254" cy="1578989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2" descr="SPI Working - Data Transfer">
            <a:extLst>
              <a:ext uri="{FF2B5EF4-FFF2-40B4-BE49-F238E27FC236}">
                <a16:creationId xmlns:a16="http://schemas.microsoft.com/office/drawing/2014/main" id="{8AF7082C-B4A4-E0C4-1A7F-833DC2FC0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190950"/>
            <a:ext cx="5528345" cy="122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3C8168-6ADD-B3CF-2880-3ABA586FC819}"/>
              </a:ext>
            </a:extLst>
          </p:cNvPr>
          <p:cNvSpPr txBox="1"/>
          <p:nvPr/>
        </p:nvSpPr>
        <p:spPr>
          <a:xfrm>
            <a:off x="7752184" y="6375553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Джерело: </a:t>
            </a:r>
            <a:r>
              <a:rPr lang="en-US" dirty="0"/>
              <a:t>[1]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8745128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EC82-8FB6-1C03-9073-4E12B59D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Принцип роботи </a:t>
            </a:r>
            <a:r>
              <a:rPr lang="en-US" dirty="0"/>
              <a:t>SPI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1157-9DFA-CC86-6A23-938E71CBF4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999" y="1424990"/>
            <a:ext cx="5136235" cy="4224233"/>
          </a:xfrm>
        </p:spPr>
        <p:txBody>
          <a:bodyPr/>
          <a:lstStyle/>
          <a:p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У випадку коли мастер має працювати з кількома датчиками вводяться додаткові сигнали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SS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Slave Select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Цей сигнал дозволяє вибирати з яким слейвом буде працювати мастер. Для кожного наспупного пристрою потрійбен окреммий сигнал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SS.</a:t>
            </a:r>
            <a:endParaRPr lang="uk-UA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Інші сигнал подаються на всі пристрої паралельно. </a:t>
            </a:r>
          </a:p>
          <a:p>
            <a:endParaRPr lang="uk-UA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Також можливий варіант послідовного підключення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slave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пристроїв. В даному випадку іигнал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SS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подається одночасно на всі пристрої. Сигнал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MISO slave 0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подається на вхід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MOSI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наступного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slave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 а сигнал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MISO </a:t>
            </a:r>
            <a:r>
              <a:rPr lang="uk-UA" dirty="0">
                <a:latin typeface="Segoe UI" panose="020B0502040204020203" pitchFamily="34" charset="0"/>
                <a:cs typeface="Segoe UI" panose="020B0502040204020203" pitchFamily="34" charset="0"/>
              </a:rPr>
              <a:t>останнього слейва підключається до мастера</a:t>
            </a:r>
            <a:r>
              <a:rPr lang="uk-UA" dirty="0"/>
              <a:t>. </a:t>
            </a:r>
          </a:p>
          <a:p>
            <a:endParaRPr lang="uk-UA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3969ED-9738-DB09-07E3-F03AE27D22F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84" t="57530" r="43771" b="1812"/>
          <a:stretch/>
        </p:blipFill>
        <p:spPr>
          <a:xfrm>
            <a:off x="5604234" y="487372"/>
            <a:ext cx="5976664" cy="3774805"/>
          </a:xfr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2012666-E1B0-B672-5622-DCD692568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0001" t="58000"/>
          <a:stretch/>
        </p:blipFill>
        <p:spPr>
          <a:xfrm>
            <a:off x="6600056" y="3717032"/>
            <a:ext cx="5337719" cy="373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7788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EF5D-17C9-B716-7C7A-15256DA93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 wrap="square" anchor="b">
            <a:normAutofit/>
          </a:bodyPr>
          <a:lstStyle/>
          <a:p>
            <a:r>
              <a:rPr lang="uk-UA" dirty="0"/>
              <a:t>Режими роботи </a:t>
            </a:r>
            <a:r>
              <a:rPr lang="en-US" dirty="0"/>
              <a:t>SPI</a:t>
            </a:r>
            <a:endParaRPr lang="uk-U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5B72B8-64C0-D3DD-AB15-EA862AC229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911233"/>
              </p:ext>
            </p:extLst>
          </p:nvPr>
        </p:nvGraphicFramePr>
        <p:xfrm>
          <a:off x="684287" y="1603637"/>
          <a:ext cx="11028287" cy="3650725"/>
        </p:xfrm>
        <a:graphic>
          <a:graphicData uri="http://schemas.openxmlformats.org/drawingml/2006/table">
            <a:tbl>
              <a:tblPr firstRow="1" bandRow="1"/>
              <a:tblGrid>
                <a:gridCol w="1205035">
                  <a:extLst>
                    <a:ext uri="{9D8B030D-6E8A-4147-A177-3AD203B41FA5}">
                      <a16:colId xmlns:a16="http://schemas.microsoft.com/office/drawing/2014/main" val="1282183"/>
                    </a:ext>
                  </a:extLst>
                </a:gridCol>
                <a:gridCol w="791860">
                  <a:extLst>
                    <a:ext uri="{9D8B030D-6E8A-4147-A177-3AD203B41FA5}">
                      <a16:colId xmlns:a16="http://schemas.microsoft.com/office/drawing/2014/main" val="1771061422"/>
                    </a:ext>
                  </a:extLst>
                </a:gridCol>
                <a:gridCol w="817584">
                  <a:extLst>
                    <a:ext uri="{9D8B030D-6E8A-4147-A177-3AD203B41FA5}">
                      <a16:colId xmlns:a16="http://schemas.microsoft.com/office/drawing/2014/main" val="1536814844"/>
                    </a:ext>
                  </a:extLst>
                </a:gridCol>
                <a:gridCol w="3835205">
                  <a:extLst>
                    <a:ext uri="{9D8B030D-6E8A-4147-A177-3AD203B41FA5}">
                      <a16:colId xmlns:a16="http://schemas.microsoft.com/office/drawing/2014/main" val="3257828496"/>
                    </a:ext>
                  </a:extLst>
                </a:gridCol>
                <a:gridCol w="4378603">
                  <a:extLst>
                    <a:ext uri="{9D8B030D-6E8A-4147-A177-3AD203B41FA5}">
                      <a16:colId xmlns:a16="http://schemas.microsoft.com/office/drawing/2014/main" val="1576260982"/>
                    </a:ext>
                  </a:extLst>
                </a:gridCol>
              </a:tblGrid>
              <a:tr h="9776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SPI Mode</a:t>
                      </a:r>
                      <a:endParaRPr lang="en-US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C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CPOL</a:t>
                      </a:r>
                      <a:endParaRPr lang="en-US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CPHA</a:t>
                      </a:r>
                      <a:endParaRPr lang="en-US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Логіний стан сигналу 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SCLK </a:t>
                      </a:r>
                      <a:r>
                        <a:rPr lang="ru-RU" sz="1600" b="1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коли дані не передаються</a:t>
                      </a:r>
                      <a:endParaRPr lang="ru-RU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Фаза сигналу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SCLK </a:t>
                      </a:r>
                      <a:r>
                        <a:rPr lang="ru-RU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яка використовується для запису та/або зсуву даних</a:t>
                      </a:r>
                      <a:endParaRPr lang="ru-RU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918802"/>
                  </a:ext>
                </a:extLst>
              </a:tr>
              <a:tr h="668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uk-UA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дані записуються по зростачому фронту та зсуваются по спадаючому</a:t>
                      </a:r>
                      <a:endParaRPr lang="ru-RU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336268"/>
                  </a:ext>
                </a:extLst>
              </a:tr>
              <a:tr h="668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uk-UA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дані записуються по спадаючому фронту та зсуваются по зростаючому</a:t>
                      </a:r>
                      <a:endParaRPr lang="ru-RU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34470"/>
                  </a:ext>
                </a:extLst>
              </a:tr>
              <a:tr h="668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uk-UA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дані записуються по спадаючому фронту та зсуваются по зростаючому</a:t>
                      </a:r>
                      <a:endParaRPr lang="ru-RU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515893"/>
                  </a:ext>
                </a:extLst>
              </a:tr>
              <a:tr h="668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uk-UA" sz="1600" b="0" i="0" u="none" strike="noStrike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endParaRPr lang="uk-UA" sz="2400" b="0" i="0" u="none" strike="noStrike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дані записуються по зростачому фронту та зсуваются по спадаючому</a:t>
                      </a:r>
                      <a:endParaRPr lang="ru-RU" sz="2400" b="0" i="0" u="none" strike="noStrike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5037" marR="15037" marT="1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755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101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EA8D9-70A9-E803-A33B-754F5408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Режими роботи </a:t>
            </a:r>
            <a:r>
              <a:rPr lang="en-US" dirty="0"/>
              <a:t>SPI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16973-1E4F-28D3-7D13-9A9C91FFB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561" y="625296"/>
            <a:ext cx="7691079" cy="2610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F7979C-324D-8EA3-C3AF-4D880F434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060" y="3274066"/>
            <a:ext cx="7770604" cy="21328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41A792-44FF-9D5A-B324-37AA1F16C291}"/>
              </a:ext>
            </a:extLst>
          </p:cNvPr>
          <p:cNvSpPr txBox="1"/>
          <p:nvPr/>
        </p:nvSpPr>
        <p:spPr>
          <a:xfrm>
            <a:off x="263352" y="1628800"/>
            <a:ext cx="37557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SPI Mode 0, CPOL = 0, CPHA = 0: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SCLK idle state = 0, 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дані записуються по зростачому фронту та зсуваются по спадаючому 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[2]</a:t>
            </a:r>
            <a:endParaRPr lang="ru-RU" sz="2400" b="0" i="0" u="none" strike="noStrike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8F823-6C7B-3227-F83D-F357D21CC051}"/>
              </a:ext>
            </a:extLst>
          </p:cNvPr>
          <p:cNvSpPr txBox="1"/>
          <p:nvPr/>
        </p:nvSpPr>
        <p:spPr>
          <a:xfrm>
            <a:off x="300018" y="3613374"/>
            <a:ext cx="37557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SPI Mode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CPOL = 0, CPHA = 1: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SCLK idle state = 0, 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дані записуються по спадаючому фронту та зсуваются по зростаючом</a:t>
            </a:r>
            <a:r>
              <a:rPr lang="uk-UA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[2]</a:t>
            </a:r>
            <a:endParaRPr lang="ru-RU" sz="2400" b="0" i="0" u="none" strike="noStrike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92E9D-5308-03CB-8695-DD09613ECB6A}"/>
              </a:ext>
            </a:extLst>
          </p:cNvPr>
          <p:cNvSpPr txBox="1"/>
          <p:nvPr/>
        </p:nvSpPr>
        <p:spPr>
          <a:xfrm>
            <a:off x="335360" y="5623827"/>
            <a:ext cx="112445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6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У цих прикладах дані показані на лініях 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MOSI </a:t>
            </a:r>
            <a:r>
              <a:rPr lang="uk-UA" sz="16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та 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MISO. </a:t>
            </a:r>
            <a:r>
              <a:rPr lang="uk-UA" sz="1600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Початок і кінець передачі позначені пунктирною зеленою лінією, Фронт по якому записуються дані позначений помаранчевим кольором, а фронт по якому відбувається зсув позначений синім кольором.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23317270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4B9D-0514-D068-D5A3-FFB7FC5A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Формат передавання даних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412FC-D619-5242-323B-A705F449E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0" y="1164974"/>
            <a:ext cx="8448054" cy="237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BCFFD-38E9-1013-B5B0-AA9AC6D4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544" y="3666370"/>
            <a:ext cx="8317971" cy="27567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90E09F-0335-6E37-B67E-2897EBBD0B1A}"/>
              </a:ext>
            </a:extLst>
          </p:cNvPr>
          <p:cNvSpPr txBox="1"/>
          <p:nvPr/>
        </p:nvSpPr>
        <p:spPr>
          <a:xfrm>
            <a:off x="168226" y="1700808"/>
            <a:ext cx="36960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SPI Mode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CPOL =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CPHA = 0: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SCLK idle state =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дані записуються по спадаючому фронту та зсуваются по зростаючом</a:t>
            </a:r>
            <a:r>
              <a:rPr lang="uk-UA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[2]</a:t>
            </a:r>
            <a:endParaRPr lang="ru-RU" sz="2400" b="0" i="0" u="none" strike="noStrike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769E4-DD35-E918-8E06-317BB78C86EC}"/>
              </a:ext>
            </a:extLst>
          </p:cNvPr>
          <p:cNvSpPr txBox="1"/>
          <p:nvPr/>
        </p:nvSpPr>
        <p:spPr>
          <a:xfrm>
            <a:off x="168226" y="4365104"/>
            <a:ext cx="36960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SPI Mode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CPOL =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CPHA =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SCLK idle state = </a:t>
            </a:r>
            <a:r>
              <a:rPr lang="uk-UA" sz="1600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дані записуються по зростачому фронту та зсуваются по спадаючому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[2]</a:t>
            </a:r>
            <a:endParaRPr lang="ru-RU" sz="2400" b="0" i="0" u="none" strike="noStrike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02483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B800-5EE1-EDD3-375A-C8F87D99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Переваги та недоліки </a:t>
            </a:r>
            <a:r>
              <a:rPr lang="en-US" dirty="0"/>
              <a:t>SPI</a:t>
            </a:r>
            <a:endParaRPr lang="uk-U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50E3BA-1F3D-C69C-DAAD-3D1FDA103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384" y="1514980"/>
            <a:ext cx="11352584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Переваги SPI: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SPI підтримує повнодуплексний режим, що значно підвищує ефективність обміну інформацією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SPI дозволяє передавати дані на швидкості до 10-20 Мбіт/с, а в деяких випадках навіть більше. Це робить його ідеальним для застосувань, де потрібна висока швидкість передачі даних.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SPI споживає менше енергії порівняно з іншими інтерфейсами, такими як I2C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uk-UA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Недоліки SPI:</a:t>
            </a:r>
            <a:endParaRPr kumimoji="0" lang="uk-UA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Для кожного </a:t>
            </a:r>
            <a:r>
              <a:rPr kumimoji="0" lang="en-US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slave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пристрою потрібна окрема лінія вибору (</a:t>
            </a:r>
            <a:r>
              <a:rPr kumimoji="0" lang="en-US" altLang="uk-UA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S), що збільшує </a:t>
            </a:r>
            <a:r>
              <a:rPr kumimoji="0" lang="uk-UA" altLang="uk-UA" dirty="0">
                <a:latin typeface="Segoe UI" panose="020B0502040204020203" pitchFamily="34" charset="0"/>
                <a:cs typeface="Segoe UI" panose="020B0502040204020203" pitchFamily="34" charset="0"/>
              </a:rPr>
              <a:t>кількість проводів 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при додаванні нових пристроїв.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SPI не має вбудованого контролю та підтвердження передачі даних, що може призвести до втрати даних у випадку помилок або обриву лінії.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uk-UA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Максимальна відстань передачі зазвичай становить близько 3 метрів</a:t>
            </a:r>
            <a:endParaRPr kumimoji="0" lang="en-US" altLang="uk-U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uk-UA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SPI не має чітко визначених стандартів, що може призвести до несумісності між різними пристроями від різних виробників</a:t>
            </a:r>
          </a:p>
        </p:txBody>
      </p:sp>
    </p:spTree>
    <p:extLst>
      <p:ext uri="{BB962C8B-B14F-4D97-AF65-F5344CB8AC3E}">
        <p14:creationId xmlns:p14="http://schemas.microsoft.com/office/powerpoint/2010/main" val="336173335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4898-FCF1-B73F-4822-80E08E214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Приклади застосування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65AD-C9F8-24EF-E27F-A8968AC0E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3337837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uk-UA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Датчики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SPI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часто використовується для підключення різних датчиків, таких як акселерометри, гіроскопи, температурні датчики та інші, до мікроконтролерів. Це дозволяє швидко і ефективно передавати дані з датчика до мікроконтроллера пристрою.</a:t>
            </a:r>
          </a:p>
          <a:p>
            <a:pPr algn="l">
              <a:buFont typeface="+mj-lt"/>
              <a:buAutoNum type="arabicPeriod"/>
            </a:pPr>
            <a:r>
              <a:rPr lang="uk-UA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Пам'ять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SPI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використовується для підключення зовнішніх пам'яті, таких як флеш-пам'ять або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EEPROM,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до мікроконтролерів.</a:t>
            </a:r>
          </a:p>
          <a:p>
            <a:pPr algn="l">
              <a:buFont typeface="+mj-lt"/>
              <a:buAutoNum type="arabicPeriod"/>
            </a:pPr>
            <a:r>
              <a:rPr lang="uk-UA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Дисплеї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Багато графічних та текстових дисплеїв використовують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SPI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для передачі даних з мікроконтролера на екран. Це дозволяє швидко оновлювати зображення або текст на дисплеї.</a:t>
            </a:r>
          </a:p>
          <a:p>
            <a:pPr algn="l">
              <a:buFont typeface="+mj-lt"/>
              <a:buAutoNum type="arabicPeriod"/>
            </a:pPr>
            <a:r>
              <a:rPr lang="uk-UA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Цифрові перетворювачі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: 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SPI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використовується для підключення аналогово-цифрових (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ADC)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та цифро-аналогових (</a:t>
            </a:r>
            <a:r>
              <a:rPr lang="en-US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DAC) </a:t>
            </a:r>
            <a:r>
              <a:rPr lang="uk-UA" b="0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перетворювачів до мікроконтролерів. </a:t>
            </a:r>
          </a:p>
          <a:p>
            <a:endParaRPr lang="uk-UA" dirty="0"/>
          </a:p>
        </p:txBody>
      </p:sp>
      <p:pic>
        <p:nvPicPr>
          <p:cNvPr id="1026" name="Picture 2" descr="Модуль GY-BMI160 6-вісей гіроскоп кутовий I2C SPI">
            <a:extLst>
              <a:ext uri="{FF2B5EF4-FFF2-40B4-BE49-F238E27FC236}">
                <a16:creationId xmlns:a16="http://schemas.microsoft.com/office/drawing/2014/main" id="{B3E62FEB-0C10-53D2-0ECC-A0DD23826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4581128"/>
            <a:ext cx="3305944" cy="185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I Display Module factory, Buy good quality SPI Display Module ...">
            <a:extLst>
              <a:ext uri="{FF2B5EF4-FFF2-40B4-BE49-F238E27FC236}">
                <a16:creationId xmlns:a16="http://schemas.microsoft.com/office/drawing/2014/main" id="{64A91D02-FC84-3952-072A-C51969557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51" b="19760"/>
          <a:stretch/>
        </p:blipFill>
        <p:spPr bwMode="auto">
          <a:xfrm>
            <a:off x="7176120" y="4316885"/>
            <a:ext cx="3810000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3900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CE20-7C01-61E4-82CA-6D6DC4FE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2" y="597228"/>
            <a:ext cx="11244575" cy="455509"/>
          </a:xfrm>
        </p:spPr>
        <p:txBody>
          <a:bodyPr/>
          <a:lstStyle/>
          <a:p>
            <a:r>
              <a:rPr lang="uk-UA" dirty="0"/>
              <a:t>Практичний приклад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DCE94F-EEA5-60F9-0827-E3144EF8F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9ABEE-700A-0607-D228-018BA6272C4C}"/>
              </a:ext>
            </a:extLst>
          </p:cNvPr>
          <p:cNvSpPr txBox="1"/>
          <p:nvPr/>
        </p:nvSpPr>
        <p:spPr>
          <a:xfrm>
            <a:off x="3043124" y="4437112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uk-U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13197-72B1-1BE2-66A8-CCF7C1C5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9" t="2793" r="978" b="3407"/>
          <a:stretch/>
        </p:blipFill>
        <p:spPr>
          <a:xfrm>
            <a:off x="133198" y="1703799"/>
            <a:ext cx="9236816" cy="4057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09353C-1FE8-7C4B-EF40-86A68DDDB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580" y="1703799"/>
            <a:ext cx="2398076" cy="405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9447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BB80-9F1C-5826-5239-9A727692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Використані джерела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945DA-706F-5FC4-153B-10171BAB4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24991"/>
            <a:ext cx="11244574" cy="1462452"/>
          </a:xfrm>
        </p:spPr>
        <p:txBody>
          <a:bodyPr/>
          <a:lstStyle/>
          <a:p>
            <a:r>
              <a:rPr lang="en-US" dirty="0">
                <a:hlinkClick r:id="rId2"/>
              </a:rPr>
              <a:t>1. SPI Protocol - Serial Peripheral Interface - Working Explained</a:t>
            </a:r>
            <a:endParaRPr lang="uk-UA" dirty="0">
              <a:hlinkClick r:id="rId3"/>
            </a:endParaRPr>
          </a:p>
          <a:p>
            <a:r>
              <a:rPr lang="uk-UA" dirty="0">
                <a:hlinkClick r:id="rId3"/>
              </a:rPr>
              <a:t>2. </a:t>
            </a:r>
            <a:r>
              <a:rPr lang="en-US" dirty="0">
                <a:hlinkClick r:id="rId3"/>
              </a:rPr>
              <a:t>Introduction to SPI Interface | Analog Devices</a:t>
            </a:r>
            <a:endParaRPr lang="uk-UA" dirty="0"/>
          </a:p>
          <a:p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1774756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Renesas Template 2022 - EN Confidential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FEA893EC-425D-4E51-94A6-0D6C423C55FD}" vid="{FF1C85DF-31A8-4994-B170-77A51C474603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084dd9f6-50cb-4ac1-978b-315f52073de3" xsi:nil="true"/>
    <PublishingStartDate xmlns="084dd9f6-50cb-4ac1-978b-315f52073de3" xsi:nil="true"/>
    <lcf76f155ced4ddcb4097134ff3c332f xmlns="084dd9f6-50cb-4ac1-978b-315f52073de3">
      <Terms xmlns="http://schemas.microsoft.com/office/infopath/2007/PartnerControls"/>
    </lcf76f155ced4ddcb4097134ff3c332f>
    <TaxCatchAll xmlns="c24288ec-b664-4237-bfbf-b4d89727903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DF933AFDC72644BEC2DD4A66F8588E" ma:contentTypeVersion="28" ma:contentTypeDescription="Create a new document." ma:contentTypeScope="" ma:versionID="3dd8df1517bf577a475a4dfa29d7bfdf">
  <xsd:schema xmlns:xsd="http://www.w3.org/2001/XMLSchema" xmlns:xs="http://www.w3.org/2001/XMLSchema" xmlns:p="http://schemas.microsoft.com/office/2006/metadata/properties" xmlns:ns2="084dd9f6-50cb-4ac1-978b-315f52073de3" xmlns:ns3="e45712e8-6429-47e4-bf94-5d5d0cff5b2d" xmlns:ns4="c24288ec-b664-4237-bfbf-b4d897279037" targetNamespace="http://schemas.microsoft.com/office/2006/metadata/properties" ma:root="true" ma:fieldsID="8bae32201aecd5b4bbcca88f6431800b" ns2:_="" ns3:_="" ns4:_="">
    <xsd:import namespace="084dd9f6-50cb-4ac1-978b-315f52073de3"/>
    <xsd:import namespace="e45712e8-6429-47e4-bf94-5d5d0cff5b2d"/>
    <xsd:import namespace="c24288ec-b664-4237-bfbf-b4d897279037"/>
    <xsd:element name="properties">
      <xsd:complexType>
        <xsd:sequence>
          <xsd:element name="documentManagement">
            <xsd:complexType>
              <xsd:all>
                <xsd:element ref="ns2:PublishingStartDate" minOccurs="0"/>
                <xsd:element ref="ns2:PublishingExpirationDate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dd9f6-50cb-4ac1-978b-315f52073de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format="DateTime" ma:internalName="PublishingStartDate" ma:readOnly="fals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format="DateTime" ma:internalName="PublishingExpirationDate" ma:readOnly="false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31f0850-98f7-4372-8aa8-4aaf7edce8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712e8-6429-47e4-bf94-5d5d0cff5b2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4288ec-b664-4237-bfbf-b4d897279037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4fdab1bc-26b5-407e-99d0-649d445c7cd6}" ma:internalName="TaxCatchAll" ma:showField="CatchAllData" ma:web="e45712e8-6429-47e4-bf94-5d5d0cff5b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71853E-0EF3-4973-AB23-17AA5798BB6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84dd9f6-50cb-4ac1-978b-315f52073de3"/>
    <ds:schemaRef ds:uri="http://purl.org/dc/elements/1.1/"/>
    <ds:schemaRef ds:uri="http://schemas.microsoft.com/office/2006/metadata/properties"/>
    <ds:schemaRef ds:uri="http://schemas.microsoft.com/office/2006/documentManagement/types"/>
    <ds:schemaRef ds:uri="e45712e8-6429-47e4-bf94-5d5d0cff5b2d"/>
    <ds:schemaRef ds:uri="http://www.w3.org/XML/1998/namespace"/>
    <ds:schemaRef ds:uri="c24288ec-b664-4237-bfbf-b4d897279037"/>
  </ds:schemaRefs>
</ds:datastoreItem>
</file>

<file path=customXml/itemProps2.xml><?xml version="1.0" encoding="utf-8"?>
<ds:datastoreItem xmlns:ds="http://schemas.openxmlformats.org/officeDocument/2006/customXml" ds:itemID="{B66FD1DD-1A8E-4762-87CD-B3639EDAE8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4dd9f6-50cb-4ac1-978b-315f52073de3"/>
    <ds:schemaRef ds:uri="e45712e8-6429-47e4-bf94-5d5d0cff5b2d"/>
    <ds:schemaRef ds:uri="c24288ec-b664-4237-bfbf-b4d897279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3BE601-7F02-4240-9AF6-86A6A55D9A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a_EN_conf_2025_Renesas_PPTtemp</Template>
  <TotalTime>1844</TotalTime>
  <Words>833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Narrow</vt:lpstr>
      <vt:lpstr>Calibri</vt:lpstr>
      <vt:lpstr>Segoe UI</vt:lpstr>
      <vt:lpstr>Symbol</vt:lpstr>
      <vt:lpstr>Wingdings</vt:lpstr>
      <vt:lpstr>Renesas Template 2022 - EN Confidential</vt:lpstr>
      <vt:lpstr>PowerPoint Presentation</vt:lpstr>
      <vt:lpstr>Загальні характеристики SPI. Історія створення та розробки </vt:lpstr>
      <vt:lpstr>Принцип роботи SPI</vt:lpstr>
      <vt:lpstr>Принцип роботи SPI</vt:lpstr>
      <vt:lpstr>Режими роботи SPI</vt:lpstr>
      <vt:lpstr>Режими роботи SPI</vt:lpstr>
      <vt:lpstr>Формат передавання даних</vt:lpstr>
      <vt:lpstr>Переваги та недоліки SPI</vt:lpstr>
      <vt:lpstr>Приклади застосування</vt:lpstr>
      <vt:lpstr>Практичний приклад</vt:lpstr>
      <vt:lpstr>Використані джерела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Olesia Uhrynovych</dc:creator>
  <cp:lastModifiedBy>Andrii Velikhovskyi</cp:lastModifiedBy>
  <cp:revision>4</cp:revision>
  <dcterms:created xsi:type="dcterms:W3CDTF">2024-12-12T13:59:23Z</dcterms:created>
  <dcterms:modified xsi:type="dcterms:W3CDTF">2025-03-09T20:37:04Z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0x010100ACDF933AFDC72644BEC2DD4A66F8588E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</Properties>
</file>